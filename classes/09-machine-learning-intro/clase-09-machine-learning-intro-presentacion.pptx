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09: Introducción a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datasets/estudiantes.csv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Comprender qué es un modelo supervisado y construir una primera regresión simple con scikit-learn.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Machine learning se presenta como una extensión del análisis, no como magia negra.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Distinguir variables de entrada y objetivo.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train/test split reproducible.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una regresión simple y revisar sus predicciones.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X e y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Train/test split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Regresión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Predicción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X e 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Train/test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Regresión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Predicción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10 compara modelos supervisados y sus métricas más comunes.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Machine learning se presenta como una extensión del análisis, no como magia negra.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Ayuda a entender cómo un conjunto de variables puede apoyar una predicción supervisada básica.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10 compara modelos supervisados y sus métricas más comunes.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Primera regresión con variables académicas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Antes de entrenar, conviene declarar con claridad qué queremos predecir y qué datos usaremos como entrada. Qué hace: problema → X / y → split → entrenar → predecir Para qué sirve: Sirve para mostrar la estructura mínima de un flujo supervisado sin saturar al estudiante con complejidad.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problema → X / y → split → entrenar → predecir.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mostrar la estructura mínima de un flujo supervisado sin saturar al estudiante con complejidad.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LinearRegression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pd.read_csv("datasets/estudiantes.csv")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X = df[["asistencia_pct", "evaluacion_python", "edad"]]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y = df["evaluacion_pandas"]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modelo = LinearRegression()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modelo.fit(X_train, y_train)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predicciones = modelo.predict(X_test)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print(predicciones[:5])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