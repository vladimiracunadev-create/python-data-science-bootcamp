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230 — Capstone 2: NLP o series de tiempo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Hyndman &amp; Athanasopoulos, Forecasting: Principles and Practice (3ª ed.) + Hugging Face NLP course.  Duración estimada: 180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Entregar un segundo capstone end-to-end eligiendo **una de dos ramas**: (A) **NLP** — clasificación de texto / NER / RAG con transformers y endpoint FastAPI, o (B) **series de tiempo** — forecasting con baselines + modelos modernos, backtesting honesto e intervalos de predicción. En ambas ramas: tracking con MLflow, contenedorización con Docker, reproducibilidad con `uv` lock + seeds, Model Card, y discusión de drift (texto o forecast).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Elegir entre NLP o series de tiempo según interés/dominio y justificar la decisión en el README del proyecto.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Hyndman &amp; Athanasopoulos, Forecasting: Principles and Practice (3ª ed.) + Hugging Face NLP course.  Duración estimada: 180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Entregar un segundo capstone end-to-end eligiendo una de dos ramas: (A) NLP — clasificación de texto / NER / RAG con transformers y endpoint FastAPI, o (B) series de tiempo — forecasting con baselines + modelos modernos, backtesting honesto e intervalos de predicción. En ambas ramas: tracking con MLflow, contenedorización con Docker, reproducibilidad con uv lock + seeds, Model Card, y discusión de drift (texto o forecast).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entre NLP o series de tiempo según interés/dominio y justificar la decisión en el README del proyecto.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pipeline reproducible con split honesto (estratificado en NLP, temporal sin shuffle en series).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métricas del dominio: F1/accuracy + slice analysis (NLP) o sMAPE/MASE + pinball loss (series).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Servir el modelo en un endpoint FastAPI dockerizado, con MLflow tracking del entrenamiento.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drift (Evidently text drift en NLP; KS sobre residuos en series) y documentarlo en la Model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Este capstone tiene dos ramas opt-in: - Rama A — NLP: clasificación de texto / NER / RAG mini con transformers + FastAPI. Descrita en el README; requiere descargar pesos de Hugging Face. - Rama B — Series de tiempo: forecasting con baselines + ML + intervalos. Implementada aquí porque corre 100% offline con numpy/pandas/sklearn (+ statsmodels opcional).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Ridge, QuantileRegressor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mean_absolute_error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Serie sintetica: 3 anios diarios = 1095 puntos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n_days = 365 * 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np.arange(n_days)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trend   = 100 + 0.05 * 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weekly  = 8 * np.sin(2 * np.pi * t / 7)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yearly  = 15 * np.sin(2 * np.pi * t / 365.25 - np.pi / 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  = rng.normal(0, 3, n_days)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trend + weekly + yearly + noise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dates = pd.date_range('2023-01-01', periods=n_days, freq='D')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pd.DataFrame({'date': dates, 'y': y}).set_index('date')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print(f'serie: {df.shape[0]} dias | rango {df.index.min().date()} -&gt; {df.index.max().date()}')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Definición: escribir el problema en 5 líneas (qué se predice, para qué, métrica primaria, baseline aceptable, costo de errar).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EDA del dominio: rama A → distribuciones de longitud y balance de clases por idioma; rama B → STL + ACF/PACF + test de estacionariedad ADF.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Baselines: rama A → TF-IDF + LogisticRegression; rama B → naive + seasonal naive + ETS.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moderno: rama A → fine-tune DistilBERT 2 epochs con transformers.Trainer; rama B → SARIMA o NeuralProphet con backtesting expanding window 5 folds.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 + drift: FastAPI con /predict (NLP) o /forecast?horizon=14 (series), dockerizado.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README.md del proyecto con problema, rama elegida (A o B), métrica primaria y resultado.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Notebook de EDA + entrenamiento con seeds fijas (42) y MLflow tracking visible (screenshot o mlruns/ versionado).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Dockerfile + compose.yml que levanten FastAPI + MLflow UI con un solo docker compose 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 funcional: curl -X POST localhost:8000/predict (NLP) o curl localhost:8000/forecast?horizon=14 (series) devuelve JSON válido.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(1 página) con métricas globales y por slice/horizonte, datos de entrenamiento, sesgos conocidos, y plan de monitoreo de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Hyndman, R., Athanasopoulos, G. Forecasting: Principles and Practice (3ª ed., 2021) — https://otexts.com/fpp3/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 Face NLP course — https://huggingface.co/learn/nlp-course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Hvitfeldt, E., Silge, J. Supervised ML for Text Analysis (2021) — https://smltar.com/ (R, conceptos aplican)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Statsforecast docs — https://nixtlaverse.nixtla.io/statsforecast/index.html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Darts (forecasting deep + clásico) — https://unit8co.github.io/darts/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Mitchell, M. et al. Model Cards for Model Reporting (FAT* 2019).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