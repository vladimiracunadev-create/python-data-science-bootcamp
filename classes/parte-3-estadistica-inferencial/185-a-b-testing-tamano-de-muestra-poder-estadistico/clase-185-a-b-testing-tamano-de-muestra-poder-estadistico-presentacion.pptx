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185 — A/B testing: tamaño de muestra, poder estadístico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Bruce &amp; Bruce, cap. 3 A/B Testing + Kohavi, Tang &amp; Xu, Trustworthy Online Controlled Experiments (2020). 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Diseñar y analizar un **A/B test** end-to-end: definir hipótesis y métrica primaria, calcular **tamaño de muestra** con el poder estadístico deseado, randomizar correctamente, analizar resultados sin **peeking** y reportar con effect size + IC. Conocer tres herramientas modernas que reducen muestra requerida o eliminan el problema de peeking: **CUPED**, **sequential testing (always-valid p-values)** y **A/B bayesiano**.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Calcular n requerido con statsmodels.stats.power.TTestIndPower o NormalIndPower para una MDE (minimum detectable effect) dada, α y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Bruce &amp; Bruce, cap. 3 A/B Testing + Kohavi, Tang &amp; Xu, Trustworthy Online Controlled Experiments (2020). 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Diseñar y analizar un A/B test end-to-end: definir hipótesis y métrica primaria, calcular tamaño de muestra con el poder estadístico deseado, randomizar correctamente, analizar resultados sin peeking y reportar con effect size + IC. Conocer tres herramientas modernas que reducen muestra requerida o eliminan el problema de peeking: CUPED, sequential testing (always-valid p-values) y A/B bayesiano.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 requerido con statsmodels.stats.power.TTestIndPower o NormalIndPower para una MDE (minimum detectable effect) dada, α y poder.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análisis: t-test (continua) o z-test de proporciones (binaria), con effect size + IC95 %.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y evitar 5 errores clásicos: peeking, p-hacking, no estratificación, SRM (sample ratio mismatch), Simpson's paradox.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CUPED para reducir varianza usando una covariable pre-experimento.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test secuencial con always-valid p-values (Howard et al. 2021) o GST (group sequential testing) que permita parar antes sin inflar 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Hipótesis nula vs alternativa en A/B; métrica primaria, guardrails (no degradar latencia, error rate).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Poder estadístico: P(rechazar H₀ | H₁ verdadera). Convención: 80 %.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Sample size: depende de α (0.05), poder (0.8), σ y MDE.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Aleatorización a nivel correcto (usuario vs sesión vs request).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Peeking problem: mirar el resultado intermedio e inflar α.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SRM (Sample Ratio Mismatch): si el ratio observado A/B se aleja del esperado 50/50, hay bug de asignación.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Simpson's paradox: la tendencia global se invierte al estratificar.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 depende de α, poder (1-β) y del effect size. Para proporciones usamos Cohen's h y NormalIndPower.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statsmodels.stats.power import NormalIndPower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statsmodels.stats.proportion import proportion_effectsize, proportions_ztest, confint_proportions_2indep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p0, p1 = 0.10, 0.11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 = proportion_effectsize(p1, p0)   # Cohen's 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n_req = NormalIndPower().solve_power(effect_size=h, alpha=0.05, power=0.8, alternative="two-sided")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print(f"Cohen's h = {h:.4f}")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print(f"n por grupo para detectar 10%→11% (poder 0.8, α=0.05) = {np.ceil(n_req):.0f}")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n_req &gt; 5000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Sample size: querés detectar un uplift de tasa de conversión de 10 % → 11 % con poder 0.8 y α=0.05.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Análisis clásico: simulá el experimento (n=8 000 por grupo, p_A=0.10, p_B=0.108), aplicá z-test de proporciones, reportá p, IC95 % de la diferencia y poder post-hoc.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CUPED: simulá X = rng.normal(50, 10, 2000) y Y = X + ε + 2·tratamiento con ε ~ N(0,5).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Peeking simulado: bajo H₀ verdadera, simulá 1 000 experimentos donde "parás temprano" si p &lt; 0.05 mirando cada 100 obs hasta 5 000.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A/B bayesiano: con A=(1000, 80), B=(1000, 100), calculá P(p_B &gt; p_A) con priors Beta(1,1).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 por grupo para MDE=1 pp absoluto, baseline 10 %, α=0.05, poder=0.8.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el experimento con n calculado y true uplift de 1.2 pp.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Reportar: z-test (p, IC), Cohen's h (effect size para proporciones), análisis bayesiano (P(B &gt; A), expected uplift).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Repetir simulando peeking cada 1 000 obs sin corrección → mostrar inflación de α.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Concluir en 4 líneas: recomendación para producción (frecuentista clásico vs bayesiano vs always-valid).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 &amp; Bruce, cap. 3 — A/B Testing.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Kohavi, R., Tang, D. &amp; Xu, Y. (2020), Trustworthy Online Controlled Experiments, Cambridge University Press — la biblia industrial.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Deng, A. et al. (2013), Improving the Sensitivity of Online Controlled Experiments by Utilizing Pre-Experiment Data, WSDM (CUPED original).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Howard, Ramdas, McAuliffe &amp; Sekhon (2021), Time-Uniform, Nonparametric, Nonasymptotic Confidence Sequences, Annals of Statistics.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statsmodels.stats.power.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confseq — always-valid CIs.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186 — CUPED, sequential testing, always-valid p-values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