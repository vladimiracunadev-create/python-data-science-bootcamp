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190 — Uplift modeling, DiD (difference-in-differences)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Gutierrez &amp; Gerardy (2017), Causal Inference and Uplift Modeling + Abadie, Diamond &amp; Hainmueller (2010), Synthetic Control Methods.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Dominar las dos técnicas causales más usadas en industria cuando hay datos panel/observacionales: **DiD (Difference-in-Differences)** —comparar la evolución antes/después en grupo tratado vs control— y **uplift modeling** —predecir a quién conviene tratar (heterogeneidad del efecto causal a nivel individuo). Conocer el complemento moderno **Synthetic Control Method** para cuando no hay grupo de control natural y solo se trata una unidad (una ciudad, un país).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DiD clásico con OLS: Y = β₀ + β₁·tratado + β₂·post + β₃·(tratado×post) + ε. El coeficiente β₃ es el efecto causal bajo parallel trends.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Gutierrez &amp; Gerardy (2017), Causal Inference and Uplift Modeling + Abadie, Diamond &amp; Hainmueller (2010), Synthetic Control Methods.  Duración estimada: 90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las dos técnicas causales más usadas en industria cuando hay datos panel/observacionales: DiD (Difference-in-Differences) —comparar la evolución antes/después en grupo tratado vs control— y uplift modeling —predecir a quién conviene tratar (heterogeneidad del efecto causal a nivel individuo). Conocer el complemento moderno Synthetic Control Method para cuando no hay grupo de control natural y solo se trata una unidad (una ciudad, un país).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DiD clásico con OLS: Y = β₀ + β₁·tratado + β₂·post + β₃·(tratado×post) + ε. El coeficiente β₃ es el efecto causal bajo parallel trends.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la asunción de parallel trends con un gráfico antes/después y un placebo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modelos de uplift: T-learner, S-learner, X-learner (Künzel et al. 2019), Causal Forest (econml).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uplift con Qini curve y uplift@k (no con AUC clásico — uplift es individual, no global).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Synthetic Control con pysyncon o SparseSC cuando una sola unidad recibe tratamiento (estudio de caso).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DiD: comparación dos-por-dos en panel (2 grupos × 2 tiempos).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Asunción crítica: parallel trends — sin tratamiento, ambos grupos hubieran evolucionado paralelos.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Generalización: DiD con muchos tiempos, two-way fixed effects (TWFE), event study designs.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Uplift = CATE individual = E[Y(1) - Y(0) | X=x].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4 cuadrantes de uplift: persuadables, sure things, lost causes, do-not-disturb (no tocarlos).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Métricas: Qini, uplift@k, AUUC (area under uplift curve).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Synthetic Control Method (Abadie et al.) — construye un "país sintético" como combinación convexa de unidades no tratadas que replica la trayectoria pre-tratamiento.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Y = β₀ + β₁·tratado + β₂·post + β₃·(tratado×post) + ε. El coeficiente β₃ es el efecto causal bajo parallel trends.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statsmodels.formula.api as smf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2000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treated = rng.integers(0,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post = rng.integers(0,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true_effect = 2.5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10 + 1.5*treated + 3.0*post + true_effect*(treated*post) + rng.normal(0, 2,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pd.DataFrame({"Y": Y, "treated": treated, "post": post})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smf.ols("Y ~ treated * post", data=df).fit()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beta3 = m.params["treated:post"]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ci = m.conf_int().loc["treated:post"]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print(f"DiD β3 = {beta3:.3f}  IC95%=({ci[0]:.3f}, {ci[1]:.3f})  verdadero={true_effect}")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abs(beta3 - true_effect) &lt; 0.5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DiD ingenuo: simulá panel con 2 grupos y 2 períodos.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Event study: con panel 10 períodos (5 pre, 5 post), graficá coeficientes por período.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T-learner: en Hillstrom (binario tratamiento email), entrená dos RandomForestClassifier y predecí uplift = p₁(x) - p₀(x).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Qini curve: con las predicciones del ej.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Synthetic Control: con un dataset panel simulado (10 estados × 20 años, tratamiento en California año 11), ajustá pesos con pysyncon y graficá path_plot + gaps_plot.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Cargar datos, calcular promedio de empleo por estado en pre (Feb 1992) y post (Nov 1992).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DiD con OLS y reportar β₃ con IC95 %.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Hacer un event study si hay más de 2 períodos disponibles, o el gráfico 2×2 si 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Discutir en 4 líneas: ¿se cumple parallel trends? ¿Cómo se relaciona el β₃ con el debate clásico (Card vs Neumark)?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Angrist &amp; Pischke (2009), Mostly Harmless Econometrics, cap. 5 (DiD).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Künzel, Sekhon, Bickel &amp; Yu (2019), Metalearners for estimating heterogeneous treatment effects using ML, PNAS.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Abadie, Diamond &amp; Hainmueller (2010), Synthetic Control Methods, JASA.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Callaway &amp; Sant'Anna (2021), Difference-in-Differences with Multiple Time Periods, J. of Econometrics.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Gutierrez &amp; Gerardy (2017), Causal Inference and Uplift Modeling, JMLR Workshop.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econml, causalml (Uber), pysyncon, SparseSC.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191 — Synthetic Control Method dedicado (pysyncon, SparseSC)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