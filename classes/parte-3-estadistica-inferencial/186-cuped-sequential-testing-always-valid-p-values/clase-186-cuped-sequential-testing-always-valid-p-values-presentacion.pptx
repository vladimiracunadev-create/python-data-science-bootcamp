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186 — CUPED, sequential testing, always-valid p-values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Deng et al. (2013) CUPED + Howard et al. (2021) always-valid + Kohavi et al. (2020).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las **3 técnicas modernas** que la industria (Microsoft, Netflix, Booking, Spotify) usa para hacer A/B testing más eficientemente: **CUPED** (variance reduction con covariable pre-experiment), **Sequential Testing** (mirar el resultado durante el experimento sin inflar α), y **always-valid p-values / confidence sequences** (Howard et al. 2021, decisión correcta en cualquier momento).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CUPED: ajustar Y_cuped = Y - θ·(X - E[X]) con θ = Cov(Y,X)/Var(X).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Deng et al. (2013) CUPED + Howard et al. (2021) always-valid + Kohavi et al. (2020).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las 3 técnicas modernas que la industria (Microsoft, Netflix, Booking, Spotify) usa para hacer A/B testing más eficientemente: CUPED (variance reduction con covariable pre-experiment), Sequential Testing (mirar el resultado durante el experimento sin inflar α), y always-valid p-values / confidence sequences (Howard et al. 2021, decisión correcta en cualquier momento).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CUPED: ajustar Y_cuped = Y - θ·(X - E[X]) con θ = Cov(Y,X)/Var(X).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reducción de varianza esperada: 1 - ρ².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Group Sequential Testing con O'Brien-Fleming boundaries.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always-valid CIs con la librería confseq.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frequentist clásico, GST, y mSPRT según contexto.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CUPED math: θ óptimo minimiza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Implementación: con Y_pre (mismo usuario en período previo) o X (covariable).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GST: K looks, boundaries pre-definidas.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O'Brien-Fleming (gasta poco α al principio) vs Pocock (constante).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mSPRT: ratio test que provee p-value válido siempre.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Confidence sequences: IC válido en cualquier 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CUPED en una frase: usar una covariable pre-experimento (algo que ya sabías de cada usuario antes de tratarlo) para reducir la varianza de la métrica y así detectar efectos más chicos con menos muestra. Si esa covariable correlaciona ρ con la métrica, la varianza cae a (1-ρ²) — con ρ=0.7 ya recortás ~la mitad del ruido, y sin sesgar el efecto (la covariable es previa; el tratamiento no la afecta).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Pre-experiment covariate (X), correlación ~0.7 con outcome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X_ctrl = rng.normal(10, 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X_trt  = rng.normal(10, 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 = lambda k: rng.normal(0, 2.1, k)  # ruido idiosincratico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Y_ctrl = X_ctrl + noise(n)             # mean ~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Y_trt  = X_trt + noise(n) + 0.5        # treatment effect = 0.5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print(f'mean ctrl = {Y_ctrl.mean():.3f}  mean trt = {Y_trt.mean():.3f}  diff = {Y_trt.mean()-Y_ctrl.mean():.3f}')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CUPED implementation: simular X_pre, Y_post = α·X_pre + tratamiento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Variance reduction: con ρ=0.7, calcular reducción esperada (= 51 %); verificar con simulación.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Peeking inflado: bajo H₀, simular 1000 experimentos con 5 looks naïve, contar % de rejects.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O'Brien-Fleming: implementar boundaries con rpy2 + gsDesign (o aproximación).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Always-valid CI: confseq.bounds.normal_log_mixture_bound sobre stream simulado.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Frequentist clásico (fixed 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CUPED + frequentist.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Naïve peeking cada 1k samples (α inflated).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Always-valid (confseq).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Deng, Xu, Kohavi &amp; Walker (2013), Improving the Sensitivity of Online Controlled Experiments by Utilizing Pre-Experiment Data, WSDM.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Howard, Ramdas, McAuliffe &amp; Sekhon (2021), Time-uniform, nonparametric, nonasymptotic confidence sequences, Annals of Statistics.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Kohavi, Tang &amp; Xu (2020), Trustworthy Online Controlled Experiments, Cambridge.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confseq.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187 — Diseño experimental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