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6F5F5"/>
                </a:solidFill>
              </a:rPr>
              <a:t>Clase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Seaborn Visualizacion Estadistica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6F5F5"/>
                </a:solidFill>
              </a:rPr>
              <a:t>Bootcamp Python para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Objetivo de la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F3D3E"/>
                </a:solidFill>
              </a:rPr>
              <a:t>Aprender a usar la librería Seaborn para crear visualizaciones estadísticas claras y expresivas con pocas líneas de código. El estudiante explorará distribuciones, relaciones entre variables y patrones en los datos usando gráficos como histogramas, boxplots, violinplots, heatmaps y pairplots, aplica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Temas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05050"/>
                </a:solidFill>
              </a:rPr>
              <a:t>• `datasets/ventas_tienda.csv`</a:t>
            </a:r>
          </a:p>
          <a:p>
            <a:r>
              <a:rPr sz="1600">
                <a:solidFill>
                  <a:srgbClr val="505050"/>
                </a:solidFill>
              </a:rPr>
              <a:t>• `datasets/estudiantes.csv`</a:t>
            </a:r>
          </a:p>
          <a:p>
            <a:r>
              <a:rPr sz="1600">
                <a:solidFill>
                  <a:srgbClr val="505050"/>
                </a:solidFill>
              </a:rPr>
              <a:t>• Importar y configurar Seaborn para producir gráficos con estilos profesionales.</a:t>
            </a:r>
          </a:p>
          <a:p>
            <a:r>
              <a:rPr sz="1600">
                <a:solidFill>
                  <a:srgbClr val="505050"/>
                </a:solidFill>
              </a:rPr>
              <a:t>• Elegir el tipo de gráfico adecuado según si la variable es numérica, categórica o una relación entre dos variables.</a:t>
            </a:r>
          </a:p>
          <a:p>
            <a:r>
              <a:rPr sz="1600">
                <a:solidFill>
                  <a:srgbClr val="505050"/>
                </a:solidFill>
              </a:rPr>
              <a:t>• Interpretar visualmente distribuciones, outliers, correlaciones y tendencias en un dataset real.</a:t>
            </a:r>
          </a:p>
          <a:p>
            <a:r>
              <a:rPr sz="1600">
                <a:solidFill>
                  <a:srgbClr val="505050"/>
                </a:solidFill>
              </a:rPr>
              <a:t>• Por qué Seaborn (construido sobre matplotlib, mejores valores por defecto para gráficos estadísticos)</a:t>
            </a:r>
          </a:p>
          <a:p>
            <a:r>
              <a:rPr sz="1600">
                <a:solidFill>
                  <a:srgbClr val="505050"/>
                </a:solidFill>
              </a:rPr>
              <a:t>• `import seaborn as sns` + `sns.set_theme()`</a:t>
            </a:r>
          </a:p>
          <a:p>
            <a:r>
              <a:rPr sz="1600">
                <a:solidFill>
                  <a:srgbClr val="505050"/>
                </a:solidFill>
              </a:rPr>
              <a:t>• `histplot` y `kdeplot` (distribución de una variable)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🖥️ Diapositivas sugeridas — Clase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🚪 Apertura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5050"/>
                </a:solidFill>
              </a:rPr>
              <a:t>• Presentar el objetivo y la pregunta central del módulo.</a:t>
            </a:r>
          </a:p>
          <a:p>
            <a:r>
              <a:rPr sz="1500">
                <a:solidFill>
                  <a:srgbClr val="505050"/>
                </a:solidFill>
              </a:rPr>
              <a:t>• Conectar la sesión con el recorrido general del bootcamp.</a:t>
            </a:r>
          </a:p>
          <a:p>
            <a:r>
              <a:rPr sz="1500">
                <a:solidFill>
                  <a:srgbClr val="505050"/>
                </a:solidFill>
              </a:rPr>
              <a:t>• Pregunta inicial: "¿Cuándo un gráfico te enseña algo que una tabla nunca podría?"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🛤️ Ruta de la sesión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📌 Puntos que deben quedar claros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5050"/>
                </a:solidFill>
              </a:rPr>
              <a:t>• Seaborn no reemplaza matplotlib, lo mejora: es una capa de abstracción con mejores valores por defecto.</a:t>
            </a:r>
          </a:p>
          <a:p>
            <a:r>
              <a:rPr sz="1500">
                <a:solidFill>
                  <a:srgbClr val="505050"/>
                </a:solidFill>
              </a:rPr>
              <a:t>• Cada tipo de gráfico responde una pregunta distinta: no todos los gráficos sirven para todo.</a:t>
            </a:r>
          </a:p>
          <a:p>
            <a:r>
              <a:rPr sz="1500">
                <a:solidFill>
                  <a:srgbClr val="505050"/>
                </a:solidFill>
              </a:rPr>
              <a:t>• `histplot` y `kdeplot` muestran cómo se distribuye una variable.</a:t>
            </a:r>
          </a:p>
          <a:p>
            <a:r>
              <a:rPr sz="1500">
                <a:solidFill>
                  <a:srgbClr val="505050"/>
                </a:solidFill>
              </a:rPr>
              <a:t>• `boxplot` y `violinplot` comparan distribuciones entre categorías y revelan outliers.</a:t>
            </a:r>
          </a:p>
          <a:p>
            <a:r>
              <a:rPr sz="1500">
                <a:solidFill>
                  <a:srgbClr val="505050"/>
                </a:solidFill>
              </a:rPr>
              <a:t>• `heatmap` muestra correlaciones entre muchas variables a la vez.</a:t>
            </a:r>
          </a:p>
          <a:p>
            <a:r>
              <a:rPr sz="1500">
                <a:solidFill>
                  <a:srgbClr val="505050"/>
                </a:solidFill>
              </a:rPr>
              <a:t>• `pairplot` es el explorador definitivo para ver todas las relaciones de un vistazo.</a:t>
            </a:r>
          </a:p>
          <a:p>
            <a:r>
              <a:rPr sz="1500">
                <a:solidFill>
                  <a:srgbClr val="505050"/>
                </a:solidFill>
              </a:rPr>
              <a:t>• El parámetro `hue` agrega una tercera dimensión visual usando color.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🏁 Cierre esperado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A practicar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E6F5F5"/>
                </a:solidFill>
              </a:rPr>
              <a:t>Clase 16 — Seaborn Visualizacion Estadistica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