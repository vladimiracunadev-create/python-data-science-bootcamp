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198 — Docker para empaquetar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11 + docs Docker + Nilsson, Docker Deep Dive.  Duración estimada: 75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Empaquetar un modelo entrenado + su runtime (Python, deps, código) en una **imagen Docker** reproducible, optimizada (multi-stage build, capas cacheadas, imagen &lt;500 MB), y segura (non-root user, no secrets baked in). El resultado se corre idéntico en tu laptop, en CI, y en producción.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un Dockerfile correcto para un servicio ML: base slim, multi-stage, layer caching, non-root.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4 — MLOps · Fuente: Huyen cap. 11 + docs Docker + Nilsson, Docker Deep Dive.  Duración estimada: 75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Empaquetar un modelo entrenado + su runtime (Python, deps, código) en una imagen Docker reproducible, optimizada (multi-stage build, capas cacheadas, imagen &lt;500 MB), y segura (non-root user, no secrets baked in). El resultado se corre idéntico en tu laptop, en CI, y en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un Dockerfile correcto para un servicio ML: base slim, multi-stage, layer caching, non-root.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COPY de ADD, RUN de CMD de ENTRYPOINT, y cuándo usar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Reducir tamaño de imagen (de 2 GB a &lt;500 MB) con python:3.12-slim, .dockerignore, y multi-stage builds.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Versionar imágenes con tags semánticos (mymodel:1.2.3) y digests (@sha256:...) — y por qué :latest es trampa en producción.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 image not building, image too big, slow rebuild con docker history, dive, docker scout.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Imagen, capa, container, registry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Dockerfile: FROM, COPY, RUN, CMD, ENTRYPOINT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Layer caching: orden de instrucciones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Multi-stage build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Imágenes base: python:slim vs distroless vs alpine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Security: non-root user, secrets via env/mount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os, shutil, tempfile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pathlib import Path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 = Path(tempfile.gettempdir()) / 'docker_demo'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WORK.exists(): shutil.rmtree(WORK)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WORK.mkdir(); os.chdir(WORK)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1. Entrenar un modelo y guardarlo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joblib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load_iris(return_X_y=True)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RandomForestClassifier(n_estimators=50, random_state=42).fit(X, 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joblib.dump(m, 'model.pkl')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print('model.pkl:', Path('model.pkl').stat().st_size, 'bytes')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Dockerfile básico: empaquetá un script predict.py que carga model.pkl y predice una fila random.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Layer caching: cambiá una línea en predict.py sin tocar requirements.txt.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Multi-stage: separá en dos stages: builder (FROM python:3.12 AS builder, instalá deps con compiladores) y runtime (FROM python:3.12-slim, copiá solo site-packages del builder).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Non-root: agregá RUN useradd -m app &amp;&amp; USER app antes del CMD.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Tags y digest: hacé docker push miml:v1 a Docker 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Dockerfile multi-stage que produce imagen &lt;500 MB para un modelo sklearn + FastAPI.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.dockerignore que excluye .git, __pycache__, *.ipynb, data/raw, mlruns/.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docker-compose.yml que levanta el servicio en :8000 con healthcheck.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README del repo con comandos build, run, push, y la URL/digest de la imagen pushed.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Output de dive miml:latest (o docker history) mostrando que ninguna capa única pesa más de 200 MB.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Huyen, Chip. Designing Machine Learning Systems (O'Reilly, 2022), cap. 11 — Model Deployment and Prediction Service.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Docker official docs — Best practices for writing Dockerfiles.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Dive — TUI para inspeccionar capas y eficiencia.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Docker Scout / Trivy — vulnerability scanning.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distroless — imágenes mínimas de Google.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199 — APIs con FastAPI sirviendo modelos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