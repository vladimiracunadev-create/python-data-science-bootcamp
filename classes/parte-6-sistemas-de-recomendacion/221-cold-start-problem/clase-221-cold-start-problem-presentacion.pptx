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221 — Cold-start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Schein, Popescul, Ungar, Pennock, Methods and Metrics for Cold-Start Recommendations (SIGIR 2002) + Aggarwal cap. 13.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Cuándo un user o item es "nuevo" (0 interacciones), CF (Clase 216-217) no funciona. Estrategias concretas para los 3 tipos de cold-start: **user cold-start** (onboarding), **item cold-start** (catalog launch), **system cold-start** (lanzamiento del producto). Las estrategias correctas son la diferencia entre un recomendador útil desde el día 1 vs uno inútil hasta el mes 6.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user cold-start (usuario nuevo), item cold-start (item nuevo), system cold-start (todo nuevo).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Schein, Popescul, Ungar, Pennock, Methods and Metrics for Cold-Start Recommendations (SIGIR 2002) + Aggarwal cap. 13.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Cuándo un user o item es "nuevo" (0 interacciones), CF (Clase 216-217) no funciona. Estrategias concretas para los 3 tipos de cold-start: user cold-start (onboarding), item cold-start (catalog launch), system cold-start (lanzamiento del producto). Las estrategias correctas son la diferencia entre un recomendador útil desde el día 1 vs uno inútil hasta el mes 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user cold-start (usuario nuevo), item cold-start (item nuevo), system cold-start (todo nuevo).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popularity fallback con shrinkage Bayesiano ((c + m × C) / (n + m)) para users sin historia.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onboarding explícito (pedir N preferencias antes de personalizar).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content features (Clase 218) para items nuevos.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exploration-exploitation con bandits (epsilon-greedy, Thompson sampling) para users mid-cold-start.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3 tipos de cold-start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Popularity fallback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Bayesian shrinkage para popularity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Onboarding: preguntar al user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Content-based para item cold-start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Bandits para explorar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Estrategias para users/items sin historia. Demos sintéticos.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Items con n_ratings y mean_rating distintos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items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'item': range(1, 11),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'n':    [2, 5, 10, 50, 100, 500, 1000, 1500, 3, 1],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'mean': [5.0, 4.8, 4.5, 4.4, 4.3, 4.2, 4.1, 4.0, 5.0, 5.0],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items['naive_score'] = items['mean']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Popularity vanilla: ordenar por mean → ganan items con 1-2 ratings 5/5 (overconfident)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print('--- Popularity vanilla (por mean) ---')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print(items.sort_values('naive_score', ascending=False).head(5).to_string(index=False))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Popularity baseline: rankear items por n_ratings.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Bayesian shrinkage: implementar (sum + m × C) / (n + m) con m=10, C=mean_rating.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Onboarding 3 géneros: simular que user nuevo elige ["Action", "Sci-Fi", "Comedy"].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Item cold-start: agregar 10 movies nuevas con descripción pero 0 ratings.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Epsilon-greedy: en cada slot del top-10, con prob ε=0.1 recomendar item random (explore), con prob 0.9 recomendar el "best" del modelo (exploit).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Recomendador full con manejo explícito de cold-start: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User nuevo: onboarding (elegir géneros) → content-based.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User con ≤5 interactions: weighted hybrid con α bajo (más content).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User maduro: CF puro.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Item nuevo: content-based hasta acumular 10 ratings, después 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Schein, A. et al. Methods and Metrics for Cold-Start Recommendations (SIGIR 2002).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Aggarwal Recommender Systems: The Textbook (Springer, 2016), cap. 13 — Advanced Topics (incluye cold-start).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Sutton &amp; Barto, Reinforcement Learning: An Introduction (2nd ed., 2018), cap. 2 — Multi-armed bandits.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Vowpal Wabbit contextual bandits.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Two Decades of Recommender Systems at Amazon (Smith &amp; Linden, IEEE, 2017) — perspectiva histórica.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222 — Librerías: LightFM, Implicit, Surprise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