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222 — Librerías: LightFM, Implicit, Surprise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6 — Sistemas de Recomendación · Fuente: docs oficiales Surprise + LightFM + Implicit + TensorFlow Recommenders.  Duración estimada: 70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Conocer las **librerías de recomendación que vas a usar en la vida real** sin tener que reimplementar lo de Clases 216-221. Decidir cuál usar según: tipo de feedback (explicit/implicit), tamaño del dataset, features disponibles, integración con stack.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Usar Surprise para algoritmos clásicos explicit (KNNBasic, SVD, SVD++, NMF, Co-Clustering) con API tipo sklearn.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6 — Sistemas de Recomendación · Fuente: docs oficiales Surprise + LightFM + Implicit + TensorFlow Recommenders.  Duración estimada: 70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Conocer las librerías de recomendación que vas a usar en la vida real sin tener que reimplementar lo de Clases 216-221. Decidir cuál usar según: tipo de feedback (explicit/implicit), tamaño del dataset, features disponibles, integración con stack.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Surprise para algoritmos clásicos explicit (KNNBasic, SVD, SVD++, NMF, Co-Clustering) con API tipo sklearn.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Implicit para ALS implicit, BPR, Logistic MF — la opción más rápida en Python para datasets grandes.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LightFM cuando tenés features (Clase 219 hybrid).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Conocer TensorFlow Recommenders y Spotlight (PyTorch) para arquitecturas deep (two-tower, sequential).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librería según: explicit vs implicit, escala, features, deployment target.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Surprise: explicit, didáctica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Implicit: ALS/BPR Cython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LightFM: CF + features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TF Recommenders + Spotlight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Spark pyspark.ml.recommendation.ALS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Vector DBs (FAISS, Milvus, Pinecone)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Mismo dataset sintético, las 3 librerías. NDCG@10 + tiempo de entrenamiento. Requiere: pip install scikit-surprise implicit lightfm scipy.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os; os.environ['OPENBLAS_NUM_THREADS'] = '1'   # evitar warning de implicit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np, pandas as pd, time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scipy.sparse import csr_matrix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n_users, n_items = 500, 300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Generar ratings sintéticos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P_true = rng.normal(0, 1, (n_users, 8))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Q_true = rng.normal(0, 1, (n_items, 8))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scores_true = P_true @ Q_true.T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noise = rng.normal(0, 0.3, scores_true.shape)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interact_prob = 1 / (1 + np.exp(-(scores_true + noise)))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 = (rng.random(scores_true.shape) &lt; 0.15 * interact_prob).astype(float)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ratings = np.where(R &gt; 0, rng.integers(3, 6, R.shape), 0).astype(int)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df = pd.DataFrame([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{'user_id': u, 'item_id': i, 'rating': int(ratings[u, i])}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for u in range(n_users) for i in range(n_items) if ratings[u, i] &gt; 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Surprise SVD: from surprise import SVD, Dataset; data = Dataset.load_builtin('ml-100k'); algo = SVD(); cross_validate(algo, data, measures=['RMSE','MAE'], cv=5).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Implicit ALS: model = implicit.als.AlternatingLeastSquares(factors=64, regularization=0.05, iterations=20).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Implicit BPR: mismo modelo pero implicit.bpr.BayesianPersonalizedRanking(factors=64).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LightFM: LightFM(loss='warp', no_components=32).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Benchmarking: mismo dataset, mismo split, las 4 librerías.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Comparativa rigurosa sobre MovieLens 1M: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Surprise SVD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Implicit ALS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Implicit BPR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LightFM WARP (con features)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Surprise docs.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Implicit docs + GitHub.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LightFM docs.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TensorFlow Recommenders — two-tower + ranking.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FAISS docs — vector similarity search.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223 — Tipos de sesgo algorítmico y orígenes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