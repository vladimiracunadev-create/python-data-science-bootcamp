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02: Pandas y limpieza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Usar pandas para cargar, inspeccionar y limpiar tablas antes de analizarlas.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No se analiza una tabla seria sin inspeccionarla y documentar primero sus problemas.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Cargar un CSV y revisar su estructura.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Detectar problemas simples de calidad.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Aplicar limpiezas justificadas y documentadas.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DataFrame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Inspección inicial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Nulos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Estandarización básica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DataFrame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Inspección inicial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Nulos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Estandarización básica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03 usa tablas más confiables para explorar patrones visuales.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 se analiza una tabla seria sin inspeccionarla y documentar primero sus problemas.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Pandas es la puerta de entrada al trabajo real con datos tabulares y a la toma de decisiones sobre calidad.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03 usa tablas más confiables para explorar patrones visuales.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Carga e inspección de un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El primer paso no es graficar: es entender qué columnas existen, cómo vienen escritas y si podemos confiar en ellas. Qué hace: cargar → inspeccionar → limpiar → verificar Para qué sirve: Sirve para instalar una rutina mínima de calidad antes de cualquier análisis o visualización.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cargar → inspeccionar → limpiar → verificar.</a:t>
            </a:r>
            <a:br/>
            <a:r>
              <a:t># Para qué sirve: Sirve para instalar una rutina mínima de calidad antes de cualquier análisis o visualización.</a:t>
            </a:r>
            <a:br/>
            <a:r>
              <a:t>import pandas as pd</a:t>
            </a:r>
            <a:br/>
            <a:br/>
            <a:r>
              <a:t>df = pd.read_csv("datasets/ventas_tienda.csv")</a:t>
            </a:r>
            <a:br/>
            <a:br/>
            <a:r>
              <a:t># Revisamos primeras filas, tipos y valores faltantes antes de seguir.</a:t>
            </a:r>
            <a:br/>
            <a:r>
              <a:t>print(df.head())</a:t>
            </a:r>
            <a:br/>
            <a:r>
              <a:t>print(df.info())</a:t>
            </a:r>
            <a:br/>
            <a:r>
              <a:t>print(df.isna().sum())</a:t>
            </a:r>
            <a:br/>
            <a:br/>
            <a:r>
              <a:t># Ejemplo simple de limpieza visible.</a:t>
            </a:r>
            <a:br/>
            <a:r>
              <a:t>df["medio_pago"] = df["medio_pago"].str.strip()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