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6F5F5"/>
                </a:solidFill>
              </a:rPr>
              <a:t>Clase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Nlp Texto Como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6F5F5"/>
                </a:solidFill>
              </a:rPr>
              <a:t>Bootcamp Python para Data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Objetivo de la clase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F3D3E"/>
                </a:solidFill>
              </a:rPr>
              <a:t>Introducir el procesamiento de lenguaje natural (NLP) y aprender a convertir texto en representaciones numéricas usando Bag of Words y TF-IDF, para entrenar un clasificador de sentimientos sobre reseñas de productos en español.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Temas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505050"/>
                </a:solidFill>
              </a:rPr>
              <a:t>• `datasets/comentarios_productos.csv`</a:t>
            </a:r>
          </a:p>
          <a:p>
            <a:r>
              <a:rPr sz="1600">
                <a:solidFill>
                  <a:srgbClr val="505050"/>
                </a:solidFill>
              </a:rPr>
              <a:t>• Preprocesar texto (minúsculas, puntuación, stop words), vectorizar documentos con CountVectorizer y TfidfVectorizer, entrenar un clasificador de sentimientos con LogisticRegression.</a:t>
            </a:r>
          </a:p>
          <a:p>
            <a:r>
              <a:rPr sz="1600">
                <a:solidFill>
                  <a:srgbClr val="505050"/>
                </a:solidFill>
              </a:rPr>
              <a:t>• ¿Qué es NLP?</a:t>
            </a:r>
          </a:p>
          <a:p>
            <a:r>
              <a:rPr sz="1600">
                <a:solidFill>
                  <a:srgbClr val="505050"/>
                </a:solidFill>
              </a:rPr>
              <a:t>• Pipeline de preprocesamiento de texto</a:t>
            </a:r>
          </a:p>
          <a:p>
            <a:r>
              <a:rPr sz="1600">
                <a:solidFill>
                  <a:srgbClr val="505050"/>
                </a:solidFill>
              </a:rPr>
              <a:t>• Bag of Words y CountVectorizer</a:t>
            </a:r>
          </a:p>
          <a:p>
            <a:r>
              <a:rPr sz="1600">
                <a:solidFill>
                  <a:srgbClr val="505050"/>
                </a:solidFill>
              </a:rPr>
              <a:t>• TF-IDF y TfidfVectorizer</a:t>
            </a:r>
          </a:p>
          <a:p>
            <a:r>
              <a:rPr sz="1600">
                <a:solidFill>
                  <a:srgbClr val="505050"/>
                </a:solidFill>
              </a:rPr>
              <a:t>• Clasificación de sentimientos</a:t>
            </a:r>
          </a:p>
          <a:p>
            <a:r>
              <a:rPr sz="1600">
                <a:solidFill>
                  <a:srgbClr val="505050"/>
                </a:solidFill>
              </a:rPr>
              <a:t>• Palabras más importantes por clase (coef_)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🎞️ Slides — Clase 26: Procesamiento de Texto — NLP Básico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Slide 1 — ¿Qué problema resolvemos hoy?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Slide 2 — ¿Por qué el texto es difícil para las computadoras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05050"/>
                </a:solidFill>
              </a:rPr>
              <a:t>• Las computadoras trabajan con números, no palabras.</a:t>
            </a:r>
          </a:p>
          <a:p>
            <a:r>
              <a:rPr sz="1500">
                <a:solidFill>
                  <a:srgbClr val="505050"/>
                </a:solidFill>
              </a:rPr>
              <a:t>• Una misma idea puede expresarse de mil formas: "me encantó", "excelente", "muy bueno", "10/10".</a:t>
            </a:r>
          </a:p>
          <a:p>
            <a:r>
              <a:rPr sz="1500">
                <a:solidFill>
                  <a:srgbClr val="505050"/>
                </a:solidFill>
              </a:rPr>
              <a:t>• El contexto cambia el significado: "no está mal" = positivo.</a:t>
            </a:r>
          </a:p>
          <a:p>
            <a:r>
              <a:rPr sz="1500">
                <a:solidFill>
                  <a:srgbClr val="505050"/>
                </a:solidFill>
              </a:rPr>
              <a:t>• Los idiomas tienen reglas diferentes, abreviaturas, errores de tipeo.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Slide 3 — Pipeline de preprocesamiento de texto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Slide 4 — Bag of Words (Bolsa de Palabras)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Slide 5 — CountVectorizer en sklearn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Slide 6 — El problema del Bag of Words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Slide 7 — TF-IDF: palabras que realmente importan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05050"/>
                </a:solidFill>
              </a:rPr>
              <a:t>• "excelente" aparece en 2 de 100 docs → IDF alto → importa</a:t>
            </a:r>
          </a:p>
          <a:p>
            <a:r>
              <a:rPr sz="1500">
                <a:solidFill>
                  <a:srgbClr val="505050"/>
                </a:solidFill>
              </a:rPr>
              <a:t>• "producto" aparece en 98 de 100 docs → IDF bajo → no importa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A practicar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E6F5F5"/>
                </a:solidFill>
              </a:rPr>
              <a:t>Clase 26 — Nlp Texto Como Datos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