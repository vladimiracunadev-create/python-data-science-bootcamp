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a transformar datos crudos en variables útiles y bien preparadas para modelos de machine learning. El estudiante creará variables derivadas, extraerá información de fechas, codificará variables categóricas, aplicará binning y escalado, y seleccionará las variables más relevantes, usando el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Crear variables derivadas numéricas, extraídas de fechas y combinadas (interacciones) a partir de columnas existentes.</a:t>
            </a:r>
          </a:p>
          <a:p>
            <a:r>
              <a:rPr sz="1600">
                <a:solidFill>
                  <a:srgbClr val="505050"/>
                </a:solidFill>
              </a:rPr>
              <a:t>• Aplicar codificación de variables categóricas con `pd.get_dummies` y con `map`/`replace`.</a:t>
            </a:r>
          </a:p>
          <a:p>
            <a:r>
              <a:rPr sz="1600">
                <a:solidFill>
                  <a:srgbClr val="505050"/>
                </a:solidFill>
              </a:rPr>
              <a:t>• Escalar variables numéricas con `StandardScaler` y `MinMaxScaler` y explicar cuándo usar cada uno.</a:t>
            </a:r>
          </a:p>
          <a:p>
            <a:r>
              <a:rPr sz="1600">
                <a:solidFill>
                  <a:srgbClr val="505050"/>
                </a:solidFill>
              </a:rPr>
              <a:t>• Qué es feature engineering (transformar datos crudos en señales útiles para los modelos)</a:t>
            </a:r>
          </a:p>
          <a:p>
            <a:r>
              <a:rPr sz="1600">
                <a:solidFill>
                  <a:srgbClr val="505050"/>
                </a:solidFill>
              </a:rPr>
              <a:t>• Por qué importa más que la elección del algoritmo</a:t>
            </a:r>
          </a:p>
          <a:p>
            <a:r>
              <a:rPr sz="1600">
                <a:solidFill>
                  <a:srgbClr val="505050"/>
                </a:solidFill>
              </a:rPr>
              <a:t>• Creación de variables numéricas derivadas (`total_neto`, `promedio_tecnico`)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Presentar el objetivo y la pregunta central del módulo.</a:t>
            </a:r>
          </a:p>
          <a:p>
            <a:r>
              <a:rPr sz="1500">
                <a:solidFill>
                  <a:srgbClr val="505050"/>
                </a:solidFill>
              </a:rPr>
              <a:t>• Conectar la sesión con el recorrido general del bootcamp.</a:t>
            </a:r>
          </a:p>
          <a:p>
            <a:r>
              <a:rPr sz="1500">
                <a:solidFill>
                  <a:srgbClr val="505050"/>
                </a:solidFill>
              </a:rPr>
              <a:t>• Pregunta inicial: "Un detective resuelve casos con pistas. ¿Qué pasa si las pistas son confusas o están incompletas? ¿Qué tipo de pistas necesita para resolver el caso correctamente?"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Feature engineering es la habilidad de transformar columnas crudas en señales que el modelo puede entender y usar.</a:t>
            </a:r>
          </a:p>
          <a:p>
            <a:r>
              <a:rPr sz="1500">
                <a:solidFill>
                  <a:srgbClr val="505050"/>
                </a:solidFill>
              </a:rPr>
              <a:t>• Un modelo con buenas variables aprende mejor que un modelo sofisticado con variables malas.</a:t>
            </a:r>
          </a:p>
          <a:p>
            <a:r>
              <a:rPr sz="1500">
                <a:solidFill>
                  <a:srgbClr val="505050"/>
                </a:solidFill>
              </a:rPr>
              <a:t>• Se pueden crear variables nuevas combinando las que ya existen: totales, promedios, ratios, interacciones.</a:t>
            </a:r>
          </a:p>
          <a:p>
            <a:r>
              <a:rPr sz="1500">
                <a:solidFill>
                  <a:srgbClr val="505050"/>
                </a:solidFill>
              </a:rPr>
              <a:t>• Las fechas esconden mucha información útil: mes, día de la semana, si es fin de semana.</a:t>
            </a:r>
          </a:p>
          <a:p>
            <a:r>
              <a:rPr sz="1500">
                <a:solidFill>
                  <a:srgbClr val="505050"/>
                </a:solidFill>
              </a:rPr>
              <a:t>• Las variables categóricas deben convertirse a números antes de entrar a un modelo.</a:t>
            </a:r>
          </a:p>
          <a:p>
            <a:r>
              <a:rPr sz="1500">
                <a:solidFill>
                  <a:srgbClr val="505050"/>
                </a:solidFill>
              </a:rPr>
              <a:t>• El escalado garantiza que ninguna variable domine por su magnitud, no por su importancia.</a:t>
            </a:r>
          </a:p>
          <a:p>
            <a:r>
              <a:rPr sz="1500">
                <a:solidFill>
                  <a:srgbClr val="505050"/>
                </a:solidFill>
              </a:rPr>
              <a:t>• La selección de variables elimina ruido y hace al modelo más robusto.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18 — Feature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