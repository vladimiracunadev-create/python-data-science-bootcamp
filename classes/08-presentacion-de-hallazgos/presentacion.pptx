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08: Presentación de 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Reutiliza el dataset del mini proyecto o uno equivalente del bootcamp.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Transformar resultados técnicos en una historia corta, clara y defendible.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La calidad del análisis también depende de cómo se explica y a quién se dirige.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Ordenar una historia de análisis.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Elegir visuales que sostengan un mensaje.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Escribir conclusiones ejecutivas sin perder rigor.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Storytelling con datos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Resumen ejecutivo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Mensajes clave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Visuales de apoyo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Storytelling con datos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Resumen ejecutivo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Mensajes clave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Visuales de apoyo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09 introduce modelado predictivo como extensión del análisis.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calidad del análisis también depende de cómo se explica y a quién se dirige.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Sin una traducción clara, un buen análisis pierde impacto frente a docentes, alumnos o stakeholders.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09 introduce modelado predictivo como extensión del análisis.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Resumen ejecutivo en tres líneas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 todo hallazgo se comunica con un gráfico; a veces conviene escribir un mensaje breve y accionable. Qué hace: hallazgo → evidencia → recomendación Para qué sirve: Sirve para entrenar una salida ejecutiva que conecte el dato con una decisión posible.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hallazgo → evidencia → recomendación.</a:t>
            </a:r>
            <a:br/>
            <a:r>
              <a:t># Para qué sirve: Sirve para entrenar una salida ejecutiva que conecte el dato con una decisión posible.</a:t>
            </a:r>
            <a:br/>
            <a:r>
              <a:t>hallazgo = "La categoría Accesorios concentra el mayor ingreso neto del periodo."</a:t>
            </a:r>
            <a:br/>
            <a:r>
              <a:t>evidencia = "El resumen por categoría la ubica en el primer lugar del ranking."</a:t>
            </a:r>
            <a:br/>
            <a:r>
              <a:t>recomendacion = "Conviene revisar margen, stock y campañas antes de ampliar la oferta."</a:t>
            </a:r>
            <a:br/>
            <a:br/>
            <a:r>
              <a:t>print(hallazgo)</a:t>
            </a:r>
            <a:br/>
            <a:r>
              <a:t>print(evidencia)</a:t>
            </a:r>
            <a:br/>
            <a:r>
              <a:t>print(recomendacion)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