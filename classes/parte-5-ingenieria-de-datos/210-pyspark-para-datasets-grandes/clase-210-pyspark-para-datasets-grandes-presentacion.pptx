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210 — PySpark para datasets grandes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5 — Ingeniería de Datos · Fuente: Chambers &amp; Zaharia Spark: The Definitive Guide (O'Reilly, 2018) + PySpark docs 3.5+.  Duración estimada: 90 min. · Nivel: Intermedio-Avanzado</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10332720" cy="4114800"/>
          </a:xfrm>
          <a:prstGeom prst="rect">
            <a:avLst/>
          </a:prstGeom>
          <a:noFill/>
        </p:spPr>
        <p:txBody>
          <a:bodyPr wrap="square">
            <a:spAutoFit/>
          </a:bodyPr>
          <a:lstStyle/>
          <a:p>
            <a:pPr>
              <a:spcAft>
                <a:spcPts val="1800"/>
              </a:spcAft>
              <a:defRPr sz="2200" b="1">
                <a:solidFill>
                  <a:srgbClr val="0F172A"/>
                </a:solidFill>
                <a:latin typeface="Segoe UI Semibold"/>
              </a:defRPr>
            </a:pPr>
            <a:r>
              <a:rPr sz="2200" b="1">
                <a:solidFill>
                  <a:srgbClr val="0F172A"/>
                </a:solidFill>
                <a:latin typeface="Segoe UI Semibold"/>
              </a:rPr>
              <a:t>Procesar datasets que no entran en RAM con **PySpark 3.5+**: DataFrames con lazy evaluation, Spark SQL, particionado, joins eficientes (broadcast vs shuffle), y entender cuándo Spark **gana** vs pandas/Polars (&gt;10 GB) y cuándo **pierde** (&lt;1 GB, dev local).</a:t>
            </a:r>
          </a:p>
          <a:p>
            <a:pPr>
              <a:defRPr sz="1500" b="0">
                <a:solidFill>
                  <a:srgbClr val="475569"/>
                </a:solidFill>
                <a:latin typeface="Segoe UI"/>
              </a:defRPr>
            </a:pPr>
            <a:r>
              <a:rPr sz="1500" b="0">
                <a:solidFill>
                  <a:srgbClr val="475569"/>
                </a:solidFill>
                <a:latin typeface="Segoe UI"/>
              </a:rPr>
              <a:t>Al cierre: Crear una SparkSession (local o cluster) y leer Parquet/CSV/JSON con schema inference o explícito.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Objetivo ·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5 — Ingeniería de Datos · Fuente: Chambers &amp; Zaharia Spark: The Definitive Guide (O'Reilly, 2018) + PySpark docs 3.5+.  Duración estimada: 90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Procesar datasets que no entran en RAM con PySpark 3.5+: DataFrames con lazy evaluation, Spark SQL, particionado, joins eficientes (broadcast vs shuffle), y entender cuándo Spark gana vs pandas/Polars (&gt;10 GB) y cuándo pierde (&lt;1 GB, dev local).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Crear una SparkSession (local o cluster) y leer Parquet/CSV/JSON con schema inference o explícito.</a:t>
            </a:r>
          </a:p>
          <a:p>
            <a:pPr>
              <a:spcAft>
                <a:spcPts val="800"/>
              </a:spcAft>
              <a:defRPr sz="1400" b="0">
                <a:solidFill>
                  <a:srgbClr val="0F172A"/>
                </a:solidFill>
                <a:latin typeface="Segoe UI"/>
              </a:defRPr>
            </a:pPr>
            <a:r>
              <a:rPr sz="1400" b="0">
                <a:solidFill>
                  <a:srgbClr val="0F172A"/>
                </a:solidFill>
                <a:latin typeface="Segoe UI"/>
              </a:rPr>
              <a:t>• Diferenciar transformations (lazy: select, filter, groupBy) de actions (eager: count, collect, show, write).</a:t>
            </a:r>
          </a:p>
          <a:p>
            <a:pPr>
              <a:spcAft>
                <a:spcPts val="800"/>
              </a:spcAft>
              <a:defRPr sz="1400" b="0">
                <a:solidFill>
                  <a:srgbClr val="0F172A"/>
                </a:solidFill>
                <a:latin typeface="Segoe UI"/>
              </a:defRPr>
            </a:pPr>
            <a:r>
              <a:rPr sz="1400" b="0">
                <a:solidFill>
                  <a:srgbClr val="0F172A"/>
                </a:solidFill>
                <a:latin typeface="Segoe UI"/>
              </a:rPr>
              <a:t>• Optimizar joins: broadcast join (tabla chica × tabla grande) vs sort-merge join (dos tablas grandes).</a:t>
            </a:r>
          </a:p>
          <a:p>
            <a:pPr>
              <a:spcAft>
                <a:spcPts val="800"/>
              </a:spcAft>
              <a:defRPr sz="1400" b="0">
                <a:solidFill>
                  <a:srgbClr val="0F172A"/>
                </a:solidFill>
                <a:latin typeface="Segoe UI"/>
              </a:defRPr>
            </a:pPr>
            <a:r>
              <a:rPr sz="1400" b="0">
                <a:solidFill>
                  <a:srgbClr val="0F172A"/>
                </a:solidFill>
                <a:latin typeface="Segoe UI"/>
              </a:rPr>
              <a:t>• Particionar correctamente (partitionBy("date") al escribir, evitar partitionBy con cardinalidad alta).</a:t>
            </a:r>
          </a:p>
          <a:p>
            <a:pPr>
              <a:spcAft>
                <a:spcPts val="800"/>
              </a:spcAft>
              <a:defRPr sz="1400" b="0">
                <a:solidFill>
                  <a:srgbClr val="0F172A"/>
                </a:solidFill>
                <a:latin typeface="Segoe UI"/>
              </a:defRPr>
            </a:pPr>
            <a:r>
              <a:rPr sz="1400" b="0">
                <a:solidFill>
                  <a:srgbClr val="0F172A"/>
                </a:solidFill>
                <a:latin typeface="Segoe UI"/>
              </a:rPr>
              <a:t>• Diagnosticar performance con Spark UI: stages, shuffle data, skew.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RDD vs DataFrame vs SQL — 3 APIs</a:t>
            </a:r>
          </a:p>
          <a:p>
            <a:pPr>
              <a:spcAft>
                <a:spcPts val="1000"/>
              </a:spcAft>
              <a:defRPr sz="1600" b="0">
                <a:solidFill>
                  <a:srgbClr val="0F172A"/>
                </a:solidFill>
                <a:latin typeface="Segoe UI"/>
              </a:defRPr>
            </a:pPr>
            <a:r>
              <a:rPr sz="1600" b="0">
                <a:solidFill>
                  <a:srgbClr val="0F172A"/>
                </a:solidFill>
                <a:latin typeface="Segoe UI"/>
              </a:rPr>
              <a:t>• Lazy evaluation + DAG de ejecución</a:t>
            </a:r>
          </a:p>
          <a:p>
            <a:pPr>
              <a:spcAft>
                <a:spcPts val="1000"/>
              </a:spcAft>
              <a:defRPr sz="1600" b="0">
                <a:solidFill>
                  <a:srgbClr val="0F172A"/>
                </a:solidFill>
                <a:latin typeface="Segoe UI"/>
              </a:defRPr>
            </a:pPr>
            <a:r>
              <a:rPr sz="1600" b="0">
                <a:solidFill>
                  <a:srgbClr val="0F172A"/>
                </a:solidFill>
                <a:latin typeface="Segoe UI"/>
              </a:rPr>
              <a:t>• Particionado: al leer, al escribir, en memoria</a:t>
            </a:r>
          </a:p>
          <a:p>
            <a:pPr>
              <a:spcAft>
                <a:spcPts val="1000"/>
              </a:spcAft>
              <a:defRPr sz="1600" b="0">
                <a:solidFill>
                  <a:srgbClr val="0F172A"/>
                </a:solidFill>
                <a:latin typeface="Segoe UI"/>
              </a:defRPr>
            </a:pPr>
            <a:r>
              <a:rPr sz="1600" b="0">
                <a:solidFill>
                  <a:srgbClr val="0F172A"/>
                </a:solidFill>
                <a:latin typeface="Segoe UI"/>
              </a:rPr>
              <a:t>• Joins: broadcast vs shuffle vs sort-merge</a:t>
            </a:r>
          </a:p>
          <a:p>
            <a:pPr>
              <a:spcAft>
                <a:spcPts val="1000"/>
              </a:spcAft>
              <a:defRPr sz="1600" b="0">
                <a:solidFill>
                  <a:srgbClr val="0F172A"/>
                </a:solidFill>
                <a:latin typeface="Segoe UI"/>
              </a:defRPr>
            </a:pPr>
            <a:r>
              <a:rPr sz="1600" b="0">
                <a:solidFill>
                  <a:srgbClr val="0F172A"/>
                </a:solidFill>
                <a:latin typeface="Segoe UI"/>
              </a:rPr>
              <a:t>• Caching / persist</a:t>
            </a:r>
          </a:p>
          <a:p>
            <a:pPr>
              <a:spcAft>
                <a:spcPts val="1000"/>
              </a:spcAft>
              <a:defRPr sz="1600" b="0">
                <a:solidFill>
                  <a:srgbClr val="0F172A"/>
                </a:solidFill>
                <a:latin typeface="Segoe UI"/>
              </a:defRPr>
            </a:pPr>
            <a:r>
              <a:rPr sz="1600" b="0">
                <a:solidFill>
                  <a:srgbClr val="0F172A"/>
                </a:solidFill>
                <a:latin typeface="Segoe UI"/>
              </a:rPr>
              <a:t>• Spark UI: stages, shuffle, skew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Definiciones clave</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Conceptos a fijar antes de la práctica.</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800" b="0">
                <a:solidFill>
                  <a:srgbClr val="0F172A"/>
                </a:solidFill>
                <a:latin typeface="Segoe UI"/>
              </a:defRPr>
            </a:pPr>
            <a:r>
              <a:rPr sz="1800" b="0">
                <a:solidFill>
                  <a:srgbClr val="0F172A"/>
                </a:solidFill>
                <a:latin typeface="Segoe UI"/>
              </a:rPr>
              <a:t>• Ver README de la clase.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Código de muestra</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PySpark es "pandas que corre repartido en muchas máquinas". Escribís código casi idéntico al de pandas (df.filter(...).groupBy(...).agg(...)), pero por debajo Spark parte el dataset en trozos, los reparte entre varios workers y procesa cada trozo en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tempfile, shutil</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WORK = Path(tempfile.gettempdir()) / 'spark_demo'</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WORK.mkdir(); os.chdir(WORK)</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from pyspark.sql import SparkSession, functions as F</a:t>
            </a:r>
          </a:p>
          <a:p>
            <a:pPr>
              <a:defRPr sz="1200" b="0">
                <a:solidFill>
                  <a:srgbClr val="F8FAFC"/>
                </a:solidFill>
                <a:latin typeface="Courier New"/>
              </a:defRPr>
            </a:pPr>
            <a:r>
              <a:rPr sz="1200" b="0">
                <a:solidFill>
                  <a:srgbClr val="F8FAFC"/>
                </a:solidFill>
                <a:latin typeface="Courier New"/>
              </a:rPr>
              <a:t>from pyspark.sql.functions import broadcast, col, rand, when</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spark = (SparkSession.builder</a:t>
            </a:r>
          </a:p>
          <a:p>
            <a:pPr>
              <a:defRPr sz="1200" b="0">
                <a:solidFill>
                  <a:srgbClr val="F8FAFC"/>
                </a:solidFill>
                <a:latin typeface="Courier New"/>
              </a:defRPr>
            </a:pPr>
            <a:r>
              <a:rPr sz="1200" b="0">
                <a:solidFill>
                  <a:srgbClr val="F8FAFC"/>
                </a:solidFill>
                <a:latin typeface="Courier New"/>
              </a:rPr>
              <a:t>         .master('local[*]')</a:t>
            </a:r>
          </a:p>
          <a:p>
            <a:pPr>
              <a:defRPr sz="1200" b="0">
                <a:solidFill>
                  <a:srgbClr val="F8FAFC"/>
                </a:solidFill>
                <a:latin typeface="Courier New"/>
              </a:defRPr>
            </a:pPr>
            <a:r>
              <a:rPr sz="1200" b="0">
                <a:solidFill>
                  <a:srgbClr val="F8FAFC"/>
                </a:solidFill>
                <a:latin typeface="Courier New"/>
              </a:rPr>
              <a:t>         .appName('clase210')</a:t>
            </a:r>
          </a:p>
          <a:p>
            <a:pPr>
              <a:defRPr sz="1200" b="0">
                <a:solidFill>
                  <a:srgbClr val="F8FAFC"/>
                </a:solidFill>
                <a:latin typeface="Courier New"/>
              </a:defRPr>
            </a:pPr>
            <a:r>
              <a:rPr sz="1200" b="0">
                <a:solidFill>
                  <a:srgbClr val="F8FAFC"/>
                </a:solidFill>
                <a:latin typeface="Courier New"/>
              </a:rPr>
              <a:t>         .config('spark.sql.shuffle.partitions', '8')   # bajo para dataset chico</a:t>
            </a:r>
          </a:p>
          <a:p>
            <a:pPr>
              <a:defRPr sz="1200" b="0">
                <a:solidFill>
                  <a:srgbClr val="F8FAFC"/>
                </a:solidFill>
                <a:latin typeface="Courier New"/>
              </a:defRPr>
            </a:pPr>
            <a:r>
              <a:rPr sz="1200" b="0">
                <a:solidFill>
                  <a:srgbClr val="F8FAFC"/>
                </a:solidFill>
                <a:latin typeface="Courier New"/>
              </a:rPr>
              <a:t>         .config('spark.ui.port', '4042')</a:t>
            </a:r>
          </a:p>
          <a:p>
            <a:pPr>
              <a:defRPr sz="1200" b="0">
                <a:solidFill>
                  <a:srgbClr val="F8FAFC"/>
                </a:solidFill>
                <a:latin typeface="Courier New"/>
              </a:defRPr>
            </a:pPr>
            <a:r>
              <a:rPr sz="1200" b="0">
                <a:solidFill>
                  <a:srgbClr val="F8FAFC"/>
                </a:solidFill>
                <a:latin typeface="Courier New"/>
              </a:rPr>
              <a:t>         .getOrCreate())</a:t>
            </a:r>
          </a:p>
          <a:p>
            <a:pPr>
              <a:defRPr sz="1200" b="0">
                <a:solidFill>
                  <a:srgbClr val="F8FAFC"/>
                </a:solidFill>
                <a:latin typeface="Courier New"/>
              </a:defRPr>
            </a:pPr>
            <a:r>
              <a:rPr sz="1200" b="0">
                <a:solidFill>
                  <a:srgbClr val="F8FAFC"/>
                </a:solidFill>
                <a:latin typeface="Courier New"/>
              </a:rPr>
              <a:t>print('Spark version:', spark.version, '| cores:', spark.sparkContext.defaultParallelism)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Ejercicios ·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Spark session local: spark = SparkSession.builder.master("local[4]").appName("demo").getOrCreate().</a:t>
            </a:r>
          </a:p>
          <a:p>
            <a:pPr>
              <a:spcAft>
                <a:spcPts val="800"/>
              </a:spcAft>
              <a:defRPr sz="1400" b="0">
                <a:solidFill>
                  <a:srgbClr val="0F172A"/>
                </a:solidFill>
                <a:latin typeface="Segoe UI"/>
              </a:defRPr>
            </a:pPr>
            <a:r>
              <a:rPr sz="1400" b="0">
                <a:solidFill>
                  <a:srgbClr val="0F172A"/>
                </a:solidFill>
                <a:latin typeface="Segoe UI"/>
              </a:rPr>
              <a:t>• Lazy vs eager: df2 = df.filter(...).select(...) (rápido, no ejecuta).</a:t>
            </a:r>
          </a:p>
          <a:p>
            <a:pPr>
              <a:spcAft>
                <a:spcPts val="800"/>
              </a:spcAft>
              <a:defRPr sz="1400" b="0">
                <a:solidFill>
                  <a:srgbClr val="0F172A"/>
                </a:solidFill>
                <a:latin typeface="Segoe UI"/>
              </a:defRPr>
            </a:pPr>
            <a:r>
              <a:rPr sz="1400" b="0">
                <a:solidFill>
                  <a:srgbClr val="0F172A"/>
                </a:solidFill>
                <a:latin typeface="Segoe UI"/>
              </a:rPr>
              <a:t>• Broadcast join: cargá taxi (10 GB) y zones (1 KB).</a:t>
            </a:r>
          </a:p>
          <a:p>
            <a:pPr>
              <a:spcAft>
                <a:spcPts val="800"/>
              </a:spcAft>
              <a:defRPr sz="1400" b="0">
                <a:solidFill>
                  <a:srgbClr val="0F172A"/>
                </a:solidFill>
                <a:latin typeface="Segoe UI"/>
              </a:defRPr>
            </a:pPr>
            <a:r>
              <a:rPr sz="1400" b="0">
                <a:solidFill>
                  <a:srgbClr val="0F172A"/>
                </a:solidFill>
                <a:latin typeface="Segoe UI"/>
              </a:rPr>
              <a:t>• Particionado al escribir: df.write.partitionBy("date").parquet("out/").</a:t>
            </a:r>
          </a:p>
          <a:p>
            <a:pPr>
              <a:spcAft>
                <a:spcPts val="800"/>
              </a:spcAft>
              <a:defRPr sz="1400" b="0">
                <a:solidFill>
                  <a:srgbClr val="0F172A"/>
                </a:solidFill>
                <a:latin typeface="Segoe UI"/>
              </a:defRPr>
            </a:pPr>
            <a:r>
              <a:rPr sz="1400" b="0">
                <a:solidFill>
                  <a:srgbClr val="0F172A"/>
                </a:solidFill>
                <a:latin typeface="Segoe UI"/>
              </a:rPr>
              <a:t>• Skew: simulá una key skewed (90% rows con user_id=1).</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Pipeline PySpark que: lee NYC Taxi (parquet), filtra outliers, agrega por pickup_zone y hour, escribe parquet particionado por pickup_date.</a:t>
            </a:r>
          </a:p>
          <a:p>
            <a:pPr>
              <a:spcAft>
                <a:spcPts val="800"/>
              </a:spcAft>
              <a:defRPr sz="1400" b="0">
                <a:solidFill>
                  <a:srgbClr val="0F172A"/>
                </a:solidFill>
                <a:latin typeface="Segoe UI"/>
              </a:defRPr>
            </a:pPr>
            <a:r>
              <a:rPr sz="1400" b="0">
                <a:solidFill>
                  <a:srgbClr val="0F172A"/>
                </a:solidFill>
                <a:latin typeface="Segoe UI"/>
              </a:rPr>
              <a:t>• Comparación de performance: misma agregación en (a) pandas (si entra), (b) Polars, (c) PySpark. Reportar tiempo y RAM peak.</a:t>
            </a:r>
          </a:p>
          <a:p>
            <a:pPr>
              <a:spcAft>
                <a:spcPts val="800"/>
              </a:spcAft>
              <a:defRPr sz="1400" b="0">
                <a:solidFill>
                  <a:srgbClr val="0F172A"/>
                </a:solidFill>
                <a:latin typeface="Segoe UI"/>
              </a:defRPr>
            </a:pPr>
            <a:r>
              <a:rPr sz="1400" b="0">
                <a:solidFill>
                  <a:srgbClr val="0F172A"/>
                </a:solidFill>
                <a:latin typeface="Segoe UI"/>
              </a:rPr>
              <a:t>• Identificar 1 stage skewed en Spark UI y aplicar salting para mitigar — mostrar antes/después.</a:t>
            </a:r>
          </a:p>
          <a:p>
            <a:pPr>
              <a:spcAft>
                <a:spcPts val="800"/>
              </a:spcAft>
              <a:defRPr sz="1400" b="0">
                <a:solidFill>
                  <a:srgbClr val="0F172A"/>
                </a:solidFill>
                <a:latin typeface="Segoe UI"/>
              </a:defRPr>
            </a:pPr>
            <a:r>
              <a:rPr sz="1400" b="0">
                <a:solidFill>
                  <a:srgbClr val="0F172A"/>
                </a:solidFill>
                <a:latin typeface="Segoe UI"/>
              </a:rPr>
              <a:t>• Output final con .write.bucketBy(20, "zone_id").parquet(...) para acelerar joins futuros.</a:t>
            </a:r>
          </a:p>
          <a:p>
            <a:pPr>
              <a:spcAft>
                <a:spcPts val="800"/>
              </a:spcAft>
              <a:defRPr sz="1400" b="0">
                <a:solidFill>
                  <a:srgbClr val="0F172A"/>
                </a:solidFill>
                <a:latin typeface="Segoe UI"/>
              </a:defRPr>
            </a:pPr>
            <a:r>
              <a:rPr sz="1400" b="0">
                <a:solidFill>
                  <a:srgbClr val="0F172A"/>
                </a:solidFill>
                <a:latin typeface="Segoe UI"/>
              </a:rPr>
              <a:t>• README con cuándo elegir cada uno: criterios objetivos (tamaño, latencia, equipo).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Referencias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Bibliografía y docs oficiales.</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Chambers, B. &amp; Zaharia, M. Spark: The Definitive Guide (O'Reilly, 2018) — algo viejo pero los conceptos siguen.</a:t>
            </a:r>
          </a:p>
          <a:p>
            <a:pPr>
              <a:spcAft>
                <a:spcPts val="1000"/>
              </a:spcAft>
              <a:defRPr sz="1600" b="0">
                <a:solidFill>
                  <a:srgbClr val="0F172A"/>
                </a:solidFill>
                <a:latin typeface="Segoe UI"/>
              </a:defRPr>
            </a:pPr>
            <a:r>
              <a:rPr sz="1600" b="0">
                <a:solidFill>
                  <a:srgbClr val="0F172A"/>
                </a:solidFill>
                <a:latin typeface="Segoe UI"/>
              </a:rPr>
              <a:t>• PySpark docs 3.5+ — empezar por Quickstart: DataFrame.</a:t>
            </a:r>
          </a:p>
          <a:p>
            <a:pPr>
              <a:spcAft>
                <a:spcPts val="1000"/>
              </a:spcAft>
              <a:defRPr sz="1600" b="0">
                <a:solidFill>
                  <a:srgbClr val="0F172A"/>
                </a:solidFill>
                <a:latin typeface="Segoe UI"/>
              </a:defRPr>
            </a:pPr>
            <a:r>
              <a:rPr sz="1600" b="0">
                <a:solidFill>
                  <a:srgbClr val="0F172A"/>
                </a:solidFill>
                <a:latin typeface="Segoe UI"/>
              </a:rPr>
              <a:t>• Adaptive Query Execution deep dive.</a:t>
            </a:r>
          </a:p>
          <a:p>
            <a:pPr>
              <a:spcAft>
                <a:spcPts val="1000"/>
              </a:spcAft>
              <a:defRPr sz="1600" b="0">
                <a:solidFill>
                  <a:srgbClr val="0F172A"/>
                </a:solidFill>
                <a:latin typeface="Segoe UI"/>
              </a:defRPr>
            </a:pPr>
            <a:r>
              <a:rPr sz="1600" b="0">
                <a:solidFill>
                  <a:srgbClr val="0F172A"/>
                </a:solidFill>
                <a:latin typeface="Segoe UI"/>
              </a:rPr>
              <a:t>• Spark Performance Tuning (official).</a:t>
            </a:r>
          </a:p>
          <a:p>
            <a:pPr>
              <a:spcAft>
                <a:spcPts val="1000"/>
              </a:spcAft>
              <a:defRPr sz="1600" b="0">
                <a:solidFill>
                  <a:srgbClr val="0F172A"/>
                </a:solidFill>
                <a:latin typeface="Segoe UI"/>
              </a:defRPr>
            </a:pPr>
            <a:r>
              <a:rPr sz="1600" b="0">
                <a:solidFill>
                  <a:srgbClr val="0F172A"/>
                </a:solidFill>
                <a:latin typeface="Segoe UI"/>
              </a:rPr>
              <a:t>• pyspark-stubs — type hints (incluidos en 3.4+).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Siguiente paso →</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Cierre de la clase.</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43200"/>
            <a:ext cx="10332720" cy="2286000"/>
          </a:xfrm>
          <a:prstGeom prst="rect">
            <a:avLst/>
          </a:prstGeom>
          <a:noFill/>
        </p:spPr>
        <p:txBody>
          <a:bodyPr wrap="square">
            <a:spAutoFit/>
          </a:bodyPr>
          <a:lstStyle/>
          <a:p>
            <a:pPr>
              <a:defRPr sz="2400" b="1">
                <a:solidFill>
                  <a:srgbClr val="0F172A"/>
                </a:solidFill>
                <a:latin typeface="Segoe UI Semibold"/>
              </a:defRPr>
            </a:pPr>
            <a:r>
              <a:rPr sz="2400" b="1">
                <a:solidFill>
                  <a:srgbClr val="0F172A"/>
                </a:solidFill>
                <a:latin typeface="Segoe UI Semibold"/>
              </a:rPr>
              <a:t>Clase 211 — Polars como alternativa moderna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