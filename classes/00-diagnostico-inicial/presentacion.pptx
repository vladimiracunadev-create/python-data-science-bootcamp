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00: Diagnóstico inicial y orientación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 requiere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Estimar el punto de partida del grupo antes de iniciar la ruta formal del bootcamp.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Diagnóstico breve, retroalimentación inmediata y acuerdo sobre la ruta de aprendizaje.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Identificar fortalezas iniciales.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Detectar vacíos de apoyo.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Alinear expectativas del recorrido.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Python básico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Lectura de tablas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Gráficos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Modelado inicial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Hábitos de trabajo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Inicio: 3 min | Contexto del diagnóstico | Evidencia: Criterio entendido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Resolución: 10 min | Responder el quiz | Evidencia: Diagnóstico completo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Cierre: 2 min | Retroalimentación inicial | Evidencia: Foco de mejora definido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Python básico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Lectura de tablas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Gráficos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Modelado inicial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Hábitos de trabajo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siguiente parada es la clase 01: Fundamentos de Python aplicados a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Diagnóstico breve, retroalimentación inmediata y acuerdo sobre la ruta de aprendizaje.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Permite decidir desde dónde conviene partir y qué apoyos necesita cada estudiante.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siguiente parada es la clase 01: Fundamentos de Python aplicados a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⚠️ Errores frecuentes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Saltar al código sin aclarar la pregunta.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Ejecutar bloques sin leer la salida.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Dejar bloques importantes sin comentarios o sin explicación oral.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Reflexión breve sobre fortalezas y vacíos.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Compromiso de trabajo para la clase siguiente.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Dudas iniciales que quieras resolver con el docente.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lógica general del diagnóstico.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identificar en qué áreas necesito refuerzo.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Sé cuál será mi foco de mejora en la clase siguiente.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