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Series De Tiempo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Aprender a trabajar con datos que cambian con el tiempo: convertir columnas de fecha, indexar por tiempo, agregar por periodos con resample, suavizar tendencias con ventanas móviles y visualizar la evolución temporal de las ventas. Al final de la clase el alumno podrá detectar tendencias y estaciona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`datasets/ventas_tienda.csv` (columna `fecha`)</a:t>
            </a:r>
          </a:p>
          <a:p>
            <a:r>
              <a:rPr sz="1600">
                <a:solidFill>
                  <a:srgbClr val="505050"/>
                </a:solidFill>
              </a:rPr>
              <a:t>• `datasets/retencion_clientes.csv` (columna `mes`)</a:t>
            </a:r>
          </a:p>
          <a:p>
            <a:r>
              <a:rPr sz="1600">
                <a:solidFill>
                  <a:srgbClr val="505050"/>
                </a:solidFill>
              </a:rPr>
              <a:t>• Convertir una columna de texto a tipo fecha con `pd.to_datetime()` y usarla como índice</a:t>
            </a:r>
          </a:p>
          <a:p>
            <a:r>
              <a:rPr sz="1600">
                <a:solidFill>
                  <a:srgbClr val="505050"/>
                </a:solidFill>
              </a:rPr>
              <a:t>• Agregar datos por mes o semana con `resample()` y calcular tendencias con `rolling()`</a:t>
            </a:r>
          </a:p>
          <a:p>
            <a:r>
              <a:rPr sz="1600">
                <a:solidFill>
                  <a:srgbClr val="505050"/>
                </a:solidFill>
              </a:rPr>
              <a:t>• Identificar visualmente tendencia y estacionalidad en una serie de tiempo</a:t>
            </a:r>
          </a:p>
          <a:p>
            <a:r>
              <a:rPr sz="1600">
                <a:solidFill>
                  <a:srgbClr val="505050"/>
                </a:solidFill>
              </a:rPr>
              <a:t>• Qué es una serie de tiempo y ejemplos reales</a:t>
            </a:r>
          </a:p>
          <a:p>
            <a:r>
              <a:rPr sz="1600">
                <a:solidFill>
                  <a:srgbClr val="505050"/>
                </a:solidFill>
              </a:rPr>
              <a:t>• `pd.to_datetime()` y `set_index()` con fechas</a:t>
            </a:r>
          </a:p>
          <a:p>
            <a:r>
              <a:rPr sz="1600">
                <a:solidFill>
                  <a:srgbClr val="505050"/>
                </a:solidFill>
              </a:rPr>
              <a:t>• `resample('M').sum()` y `resample('W').mean()` para agregar por periodo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🎞️ Slides — Clase 24: Series de tiempo — datos temporales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Diapositiva 1 — Título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Series de tiempo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Diapositiva 2 — ¿Qué es una serie de tiempo?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Datos ordenados en el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Una **serie de tiempo** es una secuencia de observaciones medidas en momentos sucesivos</a:t>
            </a:r>
          </a:p>
          <a:p>
            <a:r>
              <a:rPr sz="1500">
                <a:solidFill>
                  <a:srgbClr val="505050"/>
                </a:solidFill>
              </a:rPr>
              <a:t>• El **tiempo** es el eje X y la variable observada es el eje Y</a:t>
            </a:r>
          </a:p>
          <a:p>
            <a:r>
              <a:rPr sz="1500">
                <a:solidFill>
                  <a:srgbClr val="505050"/>
                </a:solidFill>
              </a:rPr>
              <a:t>• Ejemplos del mundo real:</a:t>
            </a:r>
          </a:p>
          <a:p>
            <a:r>
              <a:rPr sz="1500">
                <a:solidFill>
                  <a:srgbClr val="505050"/>
                </a:solidFill>
              </a:rPr>
              <a:t>• Precio de una acción cada día</a:t>
            </a:r>
          </a:p>
          <a:p>
            <a:r>
              <a:rPr sz="1500">
                <a:solidFill>
                  <a:srgbClr val="505050"/>
                </a:solidFill>
              </a:rPr>
              <a:t>• Temperatura a cada hora</a:t>
            </a:r>
          </a:p>
          <a:p>
            <a:r>
              <a:rPr sz="1500">
                <a:solidFill>
                  <a:srgbClr val="505050"/>
                </a:solidFill>
              </a:rPr>
              <a:t>• Ventas de una tienda cada semana</a:t>
            </a:r>
          </a:p>
          <a:p>
            <a:r>
              <a:rPr sz="1500">
                <a:solidFill>
                  <a:srgbClr val="505050"/>
                </a:solidFill>
              </a:rPr>
              <a:t>• Número de visitas a una web por hora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Diapositiva 3 — Ejemplos cotidianos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Todos conocemos series de tiempo sin saberlo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Diapositiva 4 — Paso 1: Convertir fechas con pandas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24 — Series De Tiempo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