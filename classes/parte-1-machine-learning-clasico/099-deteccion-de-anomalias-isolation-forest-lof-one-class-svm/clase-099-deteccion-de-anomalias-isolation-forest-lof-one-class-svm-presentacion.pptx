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+ sklearn outlier detection.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detecte puntos anómalos (fraude, fallas, outliers) en datos sin etiquetas, eligiendo entre **Isolation Forest**, **LOF**, **One-Class SVM** y **Elliptic Envelope** según la geometría del problema, y entendiendo la diferencia entre *outlier detection* (entrenar con datos sucios) y *novelty detection* (entrenar limpio, predecir sobre nuevos).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outlier detection vs novelty detection y elegir el algoritmo acorde.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+ sklearn outlier detection.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detecte puntos anómalos (fraude, fallas, outliers) en datos sin etiquetas, eligiendo entre Isolation Forest, LOF, One-Class SVM y Elliptic Envelope según la geometría del problema, y entendiendo la diferencia entre outlier detection (entrenar con datos sucios) y novelty detection (entrenar limpio, predecir sobre nuevos).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outlier detection vs novelty detection y elegir el algoritmo acorde.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IsolationForest y ajustar el hiperparámetro contamination.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LocalOutlierFactor en modo novelty=False (fit_predict) y novelty=True (predict).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OneClassSVM y EllipticEnvelope, reconociendo sus supuestos (kernel, gaussianidad).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detectores de anomalías con score_samples, ROC-AUC y reglas de negocio (top-k).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Outlier vs novelty detection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Isolation Forest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 Outlier Factor (LOF)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One-Class SVM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Elliptic Envelope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score_samples y umbrales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Evaluación sin 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Anomaly / outlier detection: Tarea no supervisada de identificar instancias que difieren significativamente de la mayoría.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Novelty detection: Variante donde el entrenamiento se hace sobre datos limpios (solo inliers), y luego en inferencia se predice si nuevos puntos son normales o novedosos.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Isolation Forest: Ensemble de árboles que aíslan puntos eligiendo features y splits al azar.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contamination: Hiperparámetro que indica la fracción esperada de anomalías en los datos (entre 0 y 0.5, o 'auto').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 Outlier Factor (LOF): Compara la densidad local de un punto con la de sus k vecinos.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One-Class SVM: Aprende una frontera (típicamente con kernel RBF) que envuelve la región "normal" del espacio.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2 blobs + 5% de outliers uniformes. Isolation Forest aísla anomalías con menos splits. Salida: +1 inlier / -1 outlier.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IsolationForest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X_norm, _ = make_blobs(n_samples=950, centers=2, cluster_std=1.0,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X_out = rng.uniform(X_norm.min(axis=0) - 3, X_norm.max(axis=0) + 3, size=(50, 2))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np.vstack([X_norm, X_out])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es_outlier = np.r_[np.zeros(950, bool), np.ones(50, bool)]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iso = IsolationForest(contamination=0.05, random_state=42, n_jobs=1).fit(X)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pred = iso.predict(X)  # -1 outlier, +1 inlier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recall = ((pred == -1) &amp; es_outlier).sum() / es_outlier.sum()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print(f"outliers reales: {es_outlier.sum()} | detectados: {int((pred == -1).sum())}")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print(f"recall: {recall:.2%}")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recall &gt;= 0.6, "IsolationForest deberia recuperar buena parte de los outliers"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Isolation Forest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LOF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One-Class SVM con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 con score_samples.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Evaluación con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de transacciones sintéticas (montos, hora, comercio): (a) inyectar 2% de transacciones anómalas (montos extremos, horarios raros); (b) entrenar Isolation Forest, LOF y One-Class SVM; (c) generar tabla comparativa con precision@k=20, recall y tiempo de entrenamiento; (d) elegir el ganador y justificar.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9 § Anomaly Detection.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Novelty and Outlier Detection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IsolationForest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LocalOutlierFactor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Liu, Ting &amp; Zhou (2008), Isolation Forest, ICDM.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100 — Perceptrón, MLP y backpropagation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