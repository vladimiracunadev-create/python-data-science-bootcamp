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090 — Stacking (stacked generalization)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7.  Duración estimada: 60 min. · Nivel: 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Que el alumno combine modelos heterogéneos vía **stacking**: entrenar varios modelos base, generar predicciones out-of-fold, y entrenar un meta-modelo (**blender**) sobre esas predicciones — todo con `StackingClassifier` / `StackingRegressor` de sklearn, sin leakage.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Explicar la idea de stacking como ensamble donde un meta-modelo aprende a combinar las predicciones de los base learners.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7.  Duración estimada: 60 min. · Nivel: 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combine modelos heterogéneos vía stacking: entrenar varios modelos base, generar predicciones out-of-fold, y entrenar un meta-modelo (blender) sobre esas predicciones — todo con StackingClassifier / StackingRegressor de sklearn, sin leakage.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la idea de stacking como ensamble donde un meta-modelo aprende a combinar las predicciones de los base learners.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un StackingClassifier con varios estimadores base y un blender (típicamente regresión logística).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Justificar las predicciones out-of-fold (CV interna) como mecanismo para evitar que el blender vea predicciones in-sample.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stacking contra voting y contra un solo modelo bien tuneado, en accuracy y costo computacional.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passthrough=True para que el blender vea también las features originales, no solo las predicciones de los base.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Idea: ensamble de dos niveles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Base learners heterogéneos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Meta-modelo (blender)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Out-of-fold predictions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StackingClassifier / StackingRegressor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passthrough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Costo y cuándo conviene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Stacking (stacked generalization): Técnica de ensamble donde se entrenan M modelos base sobre el train set; sus predicciones (out-of-fold) se usan como features para entrenar un meta-modelo que aprende a combinarlas.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Base learners (nivel 0): Los modelos individuales del ensamble.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Meta-modelo / blender (nivel 1): Modelo que toma como input las predicciones de los base learners y produce la predicción final.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StackingClassifier / StackingRegressor: Implementación de sklearn (sklearn.ensemble).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Out-of-fold predictions (OOF): Para cada fila del train, su predicción del base learner se genera cuando esa fila estuvo en el fold de validación (no en el de entrenamiento).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cv en stacking: Número de folds para generar las predicciones OOF.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make_classification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cross_val_score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sklearn.ensemble import (RandomForestClassifier, StackingClassifier,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                  VotingClassifier)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sklearn.svm import SVC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sklearn.neighbors import KNeighborsClassifier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LogisticRegression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 = make_classification(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n_samples=2000, n_features=20, n_informative=10, n_redundant=4,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random_state=42)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print('X', X.shape, 'y', y.shape)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Stacking básico.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Comparación contra base learners solos.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passthrough=True.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Variando cv.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Stacking vs Voting.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make_classification(n_samples=3000, n_features=20, n_informative=10, random_state=42): (a) entrenar 3 base learners individuales y reportar CV-accuracy; (b) entrenar StackingClassifier con esos 3 + LogisticRegression blender; (c) repetir con passthrough=True; (d) entrenar VotingClassifier(voting='soft') con los mismos base; (e) tabla comparativa final con accuracy, std y tiempo de entrenamiento.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Géron, cap. 7 § Stacking.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Wolpert, D. (1992). Stacked Generalization. Neural Networks 5(2).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sklearn StackingClassifier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sklearn StackingRegressor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sklearn user guide — Stacked generalization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091 — La maldición de la dimensionalidad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