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071 — Regresión polinomial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Polynomial Regression.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ajuste modelos lineales a relaciones no lineales usando `PolynomialFeatures` de scikit-learn, entienda la combinatoria de features que esto genera, y reconozca el riesgo de overfitting cuando el grado crece.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Transformar features con PolynomialFeatures(degree=d) y entender qué columnas produce.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 § Polynomial Regression.  Duración estimada: 50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ajuste modelos lineales a relaciones no lineales usando PolynomialFeatures de scikit-learn, entienda la combinatoria de features que esto genera, y reconozca el riesgo de overfitting cuando el grado crece.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Transformar features con PolynomialFeatures(degree=d) y entender qué columnas produce.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un LinearRegression sobre features polinómicas y graficar la curva resultante.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cuántas features genera grado d con n variables originales (combinatoria con repetición).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overfitting comparando RMSE en train vs test al subir el grado.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usar interaction_only=True vs incluir potencias.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lineal sobre features no lineales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PolynomialFeatures(degree, include_bias, interaction_only)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Combinatoria de features: C(n+d, d)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Overfitting con grado alto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Validación con train/test split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Interaction-only vs full polynomial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PolynomialFeatures: Transformer de sklearn.preprocessing que genera todas las combinaciones polinómicas de las features de entrada hasta grado degree.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degree: Grado máximo del polinomio.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interaction_only=True: Genera solo productos cruzados entre features distintas, sin potencias (x₁², x₂² quedan fuera).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Explosión combinatoria: La cantidad de features generadas es C(n+d, d) = (n+d)! / (n! d!).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Generalización: Capacidad del modelo de funcionar en datos no vistos.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lineal sobre features no lineales: Ajustar y = w₀ + w₁x + w₂x² es resolver un problema lineal en (w₀, w₁, w₂) aunque la curva en x sea una parábola.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$y = 0.5x^2 + x + 2 + \text{ruido}$, con $x\in[-3, 3]$ y $n=100$.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100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6 * np.random.rand(m, 1) - 3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0.5 * X[:, 0]**2 + X[:, 0] + 2 + np.random.randn(m)   # DGP: 0.5x²+x+2+ruido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fig, ax = plt.subplots(figsize=(7,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ax.scatter(X, y, s=15, alpha=0.7)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ax.set_xlabel('x'); ax.set_ylabel('y'); ax.set_title('Dataset cuadrático ruidoso')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'| y', y.shape)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dataset cuadrático.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grado 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Grafo de curvas.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train/test vs grado.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dataset sintético y = sin(x) + ruido en x ∈ [0, 2π]; (b) ajustar polinomios de grado 1 a 15; (c) split 80/20; (d) graficar RMSE train vs test por grado; (e) reportar el grado óptimo según test; (f) graficar curva del grado óptimo encima del scatter.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4 § Polynomial Regression y § Learning Curves.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PolynomialFeatures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user guide § Polynomial 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072 — Curvas de aprendizaje y bias-variance tradeoff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