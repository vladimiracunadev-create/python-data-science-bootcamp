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052 — Testing, validación, hyperparameter tuning, no free lunch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+ sklearn user guide.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**cómo medir generalización sin engañarse** — separar train/val/test correctamente, usar cross-validation para estimar performance con poca varianza, tunear hiperparámetros con `GridSearchCV` / `RandomizedSearchCV`, y aceptar el *no free lunch theorem*: ningún modelo gana en todos los datasets.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Separar un dataset en train/validation/test y justificar por qué el test no se toca hasta el final.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+ sklearn user guide.  Duración estimada: 70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cómo medir generalización sin engañarse — separar train/val/test correctamente, usar cross-validation para estimar performance con poca varianza, tunear hiperparámetros con GridSearchCV / RandomizedSearchCV, y aceptar el no free lunch theorem: ningún modelo gana en todos los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un dataset en train/validation/test y justificar por qué el test no se toca hasta el final.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KFold y StratifiedKFold con cross_val_score para estimar generalización.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hiperparámetros con GridSearchCV y RandomizedSearchCV, leyendo cv_results_.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KFold rompe (datos temporales, grupos) y elegir el splitter correcto.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no free lunch theorem y por qué siempre conviene comparar varios modelos.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 / validation / 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KFold y StratifiedKFold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 y cross_validate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GridSearchCV vs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+ CV (evitar leakage del 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free lunch theorem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 / validation / test split: Train entrena, validation tunea hiperparámetros, test se mira una sola vez al final.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Cross-validation (CV): Estimar generalización promediando K mediciones rotando qué fold es val.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Hold-out: Una sola partición train/val.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Hyperparameter: Configuración del modelo que no se aprende del data (ej.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Generalization gap: Diferencia entre score en train y score en val/test.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 free lunch theorem (Wolpert, 1996): Promediado sobre todos los problemas posibles, ningún algoritmo de ML es mejor que otro.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Medir generalización sin engañarse: hold-out vs cross-validation, StratifiedKFold, GridSearchCV/RandomizedSearchCV dentro de un Pipeline, y el no free lunch theorem. Requiere: numpy, pandas, scipy,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loguniform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load_breast_cancer,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(train_test_split, cross_val_score, KFold,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       StratifiedKFold, GridSearchCV, RandomizedSearchCV)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sklearn.dummy import DummyClassifier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print('breast_cancer:', X.shape, 'clases', np.bincount(y))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Hold-out vs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StratifiedKFold.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GridSearchCV en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RandomizedSearchCV.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TimeSeriesSplit.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california_housing: (a) split 80/20 train/test con random_state=42; (b) GridSearchCV(cv=5) con RandomForestRegressor sobre n_estimators ∈ {100, 300} y max_depth ∈ {None, 10, 20}; (c) reportar best_params_ y best_score_; (d) evaluar el mejor modelo una sola vez sobre test; (e) comparar contra un baseline DummyRegressor(strategy='mean').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Hands-On ML, cap. 2 — End-to-End ML Project (sección "Better Evaluation Using Cross-Validation").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Cross-validation user guide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TimeSeriesSplit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GridSearchCV / RandomizedSearchCV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Bergstra &amp; Bengio (2012), Random Search for Hyper-Parameter Optimization, JMLR.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Wolpert (1996), The Lack of A Priori Distinctions Between Learning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053 — Validación temporal: TimeSeriesSplit, walk-forward, blocking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