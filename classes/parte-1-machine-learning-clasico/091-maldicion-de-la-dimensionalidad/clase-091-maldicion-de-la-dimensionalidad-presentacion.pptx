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091 — La maldición de la dimensionalidad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 § The Curse of Dimensionality. ·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por qué los algoritmos basados en distancia (kNN, k-means, SVM-RBF) degradan en alta dimensión: el espacio se vuelve mayormente vacío, las distancias entre puntos colapsan a un mismo valor, y los modelos overfittean. Esto motiva la reducción de dimensionalidad (PCA, manifold learning) que viene en las próximas clases.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sparsity exponencial: por qué llenar uniformemente un hipercubo unitario requiere n^d puntos.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 § The Curse of Dimensionality. ·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por qué los algoritmos basados en distancia (kNN, k-means, SVM-RBF) degradan en alta dimensión: el espacio se vuelve mayormente vacío, las distancias entre puntos colapsan a un mismo valor, y los modelos overfittean. Esto motiva la reducción de dimensionalidad (PCA, manifold learning) que viene en las próximas clases.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sparsity exponencial: por qué llenar uniformemente un hipercubo unitario requiere n^d puntos.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numéricamente que en d=100 la razón (d_max - d_min) / d_min entre distancias euclidianas tiende a 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qué algoritmos sufren la maldición (basados en distancia/densidad) y cuáles menos (árboles, modelos lineales con regularización).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manifold hypothesis como justificación de PCA, t-SNE, UMAP: los datos reales viven en un subespacio de baja dimensión.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reducir dimensionalidad vs. cuándo regularizar o usar otro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 geométrica: hipercubo y volumen del borde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Sparsity exponencial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Concentración de la medida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Distancia euclidiana pierde sentido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Hubness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Manifold hypothesis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Implicaciones prácticas para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Maldición de la dimensionalidad: Conjunto de fenómenos contraintuitivos que aparecen al crecer la cantidad de features: el espacio se vuelve mayormente vacío, las distancias se igualan, y la cantidad de datos necesaria para densidad constante crece exponencialmente en 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Sparsity exponencial: Para mantener una densidad constante de puntos en un hipercubo [0,1]^d, hace falta n^d muestras.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Concentración de la medida: En distribuciones de alta dimensión (uniforme, gaussiana), la distancia entre dos puntos aleatorios se concentra fuertemente alrededor de su media.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Distancia euclidiana en alta dimensión: Pierde poder discriminativo porque acumula varianza por cada feature irrelevante.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Hubness: Fenómeno por el cual, en alta dimensión, ciertos puntos aparecen entre los k vecinos más cercanos de muchísimos otros (hubs), mientras otros nunca son vecinos de nadie (anti-hubs).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Manifold hypothesis: Suposición de que los datos reales de alta dimensión (imágenes, texto, audio) no llenan el espacio ambiente sino que viven en un subespacio (manifold) de dimensión intrínseca mucho menor.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 [0,1]^d, la fracción de volumen a menos de 0.01 del borde es 1 - 0.98^d. Crece rápido: casi todo el volumen vive pegado al borde.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dims = np.arange(1, 201)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frac_borde = 1 - 0.98 ** dims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d in (2, 10, 100):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print(f"d={d:&gt;3}: fraccion cerca del borde = {1 - 0.98**d:.4f}")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frac_borde[99] &gt; 0.85, "en d=100 casi todo el volumen esta en el borde"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plt.plot(dims, frac_borde, color="#37a")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plt.axhline(0.99, ls="--", color="#c33", lw=0.8, label="99%")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plt.xlabel("dimension d"); plt.ylabel("fraccion cerca del borde")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plt.title("El volumen se concentra en el borde")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plt.legend(); 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Volumen del borde.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Concentración de distancias.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Distancia al vecino más cercano.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 degrada.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Manifold hipótesis empírica.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genere puntos uniformes en [0,1]^d para d ∈ [1, 200]; (b) calcule y grafique (d_max - d_min)/d_min vs d; (c) entrene KNeighborsClassifier con n=1000 y features añadidas de ruido N(0,1), reporte accuracy vs d; (d) sobre load_digits, calcule cuántos componentes PCA explican 90%, 95%, 99% de varianza.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8 § The Curse of Dimensionality y § Main Approaches for Dimensionality Reduction.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Bellman, R. (1961). Adaptive Control Processes: A Guided Tour — origen del término.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Beyer, K. et al. (1999). When Is "Nearest Neighbor" Meaningful? — paper clásico sobre concentración de distancias.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Radovanović, M. (2010). Hubs in space: Popular nearest neighbors in high-dimensional data — fenómeno de hubness.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— Manifold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092 — PCA: proyección, varianza explicada, incremental, randomized, kernel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