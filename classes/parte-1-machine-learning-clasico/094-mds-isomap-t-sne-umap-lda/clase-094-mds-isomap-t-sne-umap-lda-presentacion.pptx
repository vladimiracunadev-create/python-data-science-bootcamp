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094 — MDS, Isomap, t-SNE, UMAP, LDA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8 + UMAP docs.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Conocer y aplicar técnicas de reducción de dimensionalidad más allá de PCA: MDS, Isomap, t-SNE, UMAP y LDA. Entender qué preserva cada una (distancias, geodésicas, vecindarios locales, estructura global, separación entre clases) y cuándo elegir cada método según el problema (visualización 2D, preprocesamiento para clasificación, datos en variedades no lineales).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Distinguís entre métodos lineales (PCA, LDA) y no lineales (Isomap, t-SNE, UMAP) y sabés cuándo usar cada uno.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8 + UMAP docs.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Conocer y aplicar técnicas de reducción de dimensionalidad más allá de PCA: MDS, Isomap, t-SNE, UMAP y LDA. Entender qué preserva cada una (distancias, geodésicas, vecindarios locales, estructura global, separación entre clases) y cuándo elegir cada método según el problema (visualización 2D, preprocesamiento para clasificación, datos en variedades no lineales).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Distinguís entre métodos lineales (PCA, LDA) y no lineales (Isomap, t-SNE, UMAP) y sabés cuándo usar cada uno.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Aplicás MDS, Isomap, TSNE, umap.UMAP y LinearDiscriminantAnalysis de scikit-learn / umap-learn sobre datasets reales.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Configurás los hiperparámetros clave: perplexity (t-SNE), n_neighbors y min_dist (UMAP), n_neighbors (Isomap).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Interpretás correctamente embeddings 2D: qué significan los clusters, qué NO significan las distancias entre clusters en t-SNE.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Justificás por qué UMAP suele ser preferible a t-SNE: más rápido, preserva mejor la estructura global y es determinista con random_state.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 lineal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 lineal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 lineal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 lineal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Lineal supervisado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Swiss roll para métodos de manifold; digits (subset de 500) para t-SNE/LDA.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make_swiss_roll, load_digits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Xsr, color = make_swiss_roll(n_samples=800, noise=0.05,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Xd_full, yd_full = load_digits(return_X_y=True)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idx = rng.choice(len(Xd_full), size=500, replace=False)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Xd, yd = Xd_full[idx], yd_full[idx]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Xd_s = StandardScaler().fit_transform(Xd)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print("swiss roll:", Xsr.shape, "| digits subset:", Xd.shape)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Generá un Swiss roll con make_swiss_roll(n_samples=1500) y reducí a 2D con PCA, MDS e Isomap.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Cargá load_digits y aplicá t-SNE con perplexity ∈ {5, 30, 50, 100}.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Sobre load_digits, compará t-SNE vs UMAP: medí tiempo de ejecución con time.perf_counter() y reportá ambos embeddings 2D.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Aplicá LDA a load_digits reduciendo a 2D y a 9D.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 UMAP sobre load_digits, probá n_neighbors ∈ {2, 15, 100} con min_dist=0.1.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Aplique PCA(2), Isomap(2), t-SNE(2) y UMAP(2).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Para cada embedding, entrene un KNeighborsClassifier(n_neighbors=5) con cross_val_score (cv=5) sobre el embedding 2D.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Imprima una tabla con método, tiempo de ajuste y accuracy media.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Hands-On ML, cap. 8 — "Other Dimensionality Reduction Techniques".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McInnes, Healy &amp; Melville (2018). UMAP: Uniform Manifold Approximation and Projection. arXiv:1802.03426.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van der Maaten &amp; Hinton (2008). Visualizing Data using t-SNE. JMLR.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Documentación: &lt;https://umap-learn.readthedocs.io/&gt; · &lt;https://scikit-learn.org/stable/modules/manifold.html&gt;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095 — Clustering K-Means: selección de K, MiniBatch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