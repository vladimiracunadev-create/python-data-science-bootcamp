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054 — Proyecto end-to-end: visión, datos, exploración, preparación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1 — Machine Learning Clásico · Fuente: Géron, cap. 2 (California Housing).  Duración estimada: 90 min.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 b="1">
                <a:solidFill>
                  <a:srgbClr val="0F172A"/>
                </a:solidFill>
                <a:latin typeface="Segoe UI Semibold"/>
              </a:defRPr>
            </a:pPr>
            <a:r>
              <a:rPr sz="2200" b="1">
                <a:solidFill>
                  <a:srgbClr val="0F172A"/>
                </a:solidFill>
                <a:latin typeface="Segoe UI Semibold"/>
              </a:rPr>
              <a:t>Que el alumno recorra la primera mitad de un proyecto de ML real de punta a punta: framear el problema en términos de negocio, conseguir los datos, hacer un EDA honesto, separar train/test sin contaminarse, y dejar el pipeline de preparación (limpieza, encoding, scaling) listo para entrenar — todo sobre el dataset California Housing del capítulo 2 de Géron.</a:t>
            </a:r>
          </a:p>
          <a:p>
            <a:pPr>
              <a:defRPr sz="1500" b="0">
                <a:solidFill>
                  <a:srgbClr val="475569"/>
                </a:solidFill>
                <a:latin typeface="Segoe UI"/>
              </a:defRPr>
            </a:pPr>
            <a:r>
              <a:rPr sz="1500" b="0">
                <a:solidFill>
                  <a:srgbClr val="475569"/>
                </a:solidFill>
                <a:latin typeface="Segoe UI"/>
              </a:rPr>
              <a:t>Al cierre: Framear el problema en términos de negocio: tipo de tarea (regresión/clasificación), métrica, baseline.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🎯 Objetivo · 📚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1 — Machine Learning Clásico · Fuente: Géron, cap. 2 (California Housing).  Duración estimada: 90 min.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Que el alumno recorra la primera mitad de un proyecto de ML real de punta a punta: framear el problema en términos de negocio, conseguir los datos, hacer un EDA honesto, separar train/test sin contaminarse, y dejar el pipeline de preparación (limpieza, encoding, scaling) listo para entrenar — todo sobre el dataset California Housing del capítulo 2 de Géron.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Framear el problema en términos de negocio: tipo de tarea (regresión/clasificación), métrica, baseline.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Hacer un EDA reproducible: describe, info, hist, corr, scatter matrix, mapas geográficos.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Separar train/test correctamente con train_test_split estratificado por una variable clave (income bucket).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Construir un pipeline con Pipeline + ColumnTransformer que limpie, encode (OneHotEncoder) y escale (StandardScaler) en un solo objeto.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Evitar data leakage: todo cálculo (medias, encodings, scalers) se ajusta solo en train y se aplica en test.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🗺️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Framing del problema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EDA: describe, hist, corr, geo plot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Stratified split por income bucket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Limpieza: NaN, outliers, tipos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Encoding categórico (OneHotEncoder, OrdinalEncoder)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Scaling (StandardScaler, MinMaxScaler)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Pipelines + ColumnTransformer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📖 Definiciones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Conceptos a fijar antes de la práctica.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Pipeline (sklearn): Secuencia de transformaciones (nombre, estimator) que termina opcionalmente en un modelo.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ColumnTransformer: Aplica transformadores distintos a subconjuntos de columnas (numéricas → scaler, categóricas → encoder) y concatena el resultado.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Stratified split: Separación train/test que preserva la distribución de una variable clave (target en clasificación, o un bucket de una numérica como income_cat).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OneHotEncoder: Convierte cada valor único de una categórica en una columna binaria.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StandardScaler: Resta media y divide por desvío estándar (z-score).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Target leakage: Cualquier feature, encoding o estadístico que contenga información del target o del test al momento de entrenar.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💻 Código de muestra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Primera mitad de un proyecto real: framing, EDA, split estratificado sin contaminarse y un Pipeline + ColumnTransformer que limpia, encodea y escala sin data leakage. Usamos un dataset sintético tipo "housing" (numéricas + categórica + NaN) para correr offline.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pandas as pd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matplotlib.pyplot as plt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sklearn.model_selection import StratifiedShuffleSplit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sklearn.pipeline import Pipeline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sklearn.compose import ColumnTransformer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sklearn.impute import SimpleImputer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sklearn.preprocessing import StandardScaler, OneHotEncoder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sklearn.linear_model import LinearRegression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sklearn.metrics import root_mean_squared_error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np.random.seed(42)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rng = np.random.default_rng(42)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🧪 Ejercicios · 📝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EDA mínimo.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Stratified split por income bucket.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Target encoding sin leakage.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KNNImputer vs SimpleImputer.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Pipeline completo.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Notebook con: (a) carga del dataset + EDA con al menos 4 gráficos; (b) stratified split por income bucket con verificación de proporciones; (c) pipeline ColumnTransformer (numéricas con KNNImputer+StandardScaler, categóricas con OneHotEncoder); (d) feature engineering manual con al menos 2 features derivadas (rooms_per_household, bedrooms_per_room); (e) baseline LinearRegression con RMSE reportado en train y test.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🔗 Referencias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Bibliografía y docs oficiales.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Géron, cap. 2 — End-to-End Machine Learning Project (California Housing).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sklearn — Pipeline y ColumnTransformer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sklearn — impute (SimpleImputer, KNNImputer, IterativeImputer)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sklearn — TargetEncoder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category_encoders docs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Rubin, D. B. (1976). Inference and missing data. Biometrika.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Siguiente paso 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Cierre de la clase.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 Semibold"/>
              </a:defRPr>
            </a:pPr>
            <a:r>
              <a:rPr sz="2400" b="1">
                <a:solidFill>
                  <a:srgbClr val="0F172A"/>
                </a:solidFill>
                <a:latin typeface="Segoe UI Semibold"/>
              </a:rPr>
              <a:t>Clase 055 — Feature Engineering avanzado: target encoding + MICE imputation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