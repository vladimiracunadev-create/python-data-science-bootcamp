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067 — Clasificación multiclase, multilabel, multioutput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distinga los tres escenarios de clasificación más allá del binario — **multiclase** (una salida con K&gt;2 clases), **multilabel** (varias etiquetas por muestra) y **multioutput** (varias salidas, cada una con su propio rango de valores) — y sepa qué estrategia de sklearn (`OneVsRest`, `OneVsOne`, `MultiOutputClassifier`) usar en cada caso, eligiendo además la métrica correcta (accuracy global, hamming loss, macro/micro F1).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multiclase, multilabel y multioutput con un ejemplo concreto de cada uno.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distinga los tres escenarios de clasificación más allá del binario — multiclase (una salida con K&gt;2 clases), multilabel (varias etiquetas por muestra) y multioutput (varias salidas, cada una con su propio rango de valores) — y sepa qué estrategia de sklearn (OneVsRest, OneVsOne, MultiOutputClassifier) usar en cada caso, eligiendo además la métrica correcta (accuracy global, hamming loss, macro/micro F1).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multiclase, multilabel y multioutput con un ejemplo concreto de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entre OvR y OvO según el costo computacional del clasificador base y el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clasificador multilabel con KNeighborsClassifier y evaluarlo con f1_score(average='macro') y hamming_loss.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Envolver un clasificador binario en MultiOutputClassifier para resolver un problema multioutput.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las salidas de predict_proba en cada escenario (lista de arrays vs array 2D).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Multiclase: definición y clasificadores nativos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OneVsRestClassifier (OvR)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OneVsOneClassifier (OvO)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Multilabel: y es matriz binaria K-dim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multilabel: hamming loss, macro/micro F1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Multioutput: MultiOutputClassifier / MultiOutputRegressor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multiclase: Una sola etiqueta por muestra pero con K&gt;2 valores posibles (ej.: dígitos 0–9).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One-vs-Rest (OvR / OvA): Estrategia que entrena K clasificadores binarios, cada uno "esta clase vs todas las demás".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One-vs-One (OvO): Entrena K·(K-1)/2 clasificadores binarios, uno por cada par de clases.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multilabel: Cada muestra puede pertenecer a varias clases simultáneamente.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Clasificación multioutput: Generalización: cada muestra tiene varias salidas y cada salida es a su vez multiclase (no binaria como en multilabel).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Hamming loss: Fracción promedio de etiquetas mal predichas sobre el total (n_samples × n_labels).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Tres escenarios más allá del binario: multiclase (una salida, K&gt;2 clases), multilabel (varias etiquetas por muestra) y multioutput (varias salidas, cada una multiclase). Vemos qué estrategia de sklearn usar y qué métrica elegir.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sklearn.svm import SVC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sklearn.neighbors import KNeighborsClassifier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sklearn.multiclass import OneVsRestClassifier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f1_score, hamming_loss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print('X', X.shape, '| clases:', np.unique(y))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Multiclase nativo vs OvR.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OvO con SVM.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Multilabel con KNN.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Macro vs micro F1.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Multioutput denoising.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sobre MNIST con: (a) clasificador multiclase con RandomForestClassifier y matriz de confusión 10×10; (b) versión multilabel con etiquetas [es_grande, es_impar] usando KNeighborsClassifier y reporte de hamming_loss + f1_score(average='macro'); (c) ejemplo multioutput de denoising sobre 100 imágenes con ruido uniforme, mostrando 3 pares (ruidosa, denoised, original).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3 § Multiclass / Multilabel / Multioutput Classification.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Multiclass and multioutput algorithms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MultiOutputClassifier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— Métricas de clasificación (hamming_loss, f1_score)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068 — Análisis de errores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