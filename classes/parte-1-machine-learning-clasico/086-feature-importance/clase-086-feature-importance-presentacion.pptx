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086 — Feature importance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 + sklearn permutation_importance docs.  Duración estimada: 70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Aprender a medir y comunicar qué variables aportan a un modelo basado en árboles, distinguiendo entre **Mean Decrease in Impurity (MDI)** —el `feature_importances_` por default de scikit-learn— y **permutation importance**, entendiendo los sesgos de cada método. Como complemento, conocer las herramientas modernas de interpretabilidad **SHAP** y **LIME** para explicar predicciones individuales.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Calcular feature_importances_ en un RandomForestClassifier / GradientBoostingRegressor y explicar qué mide MDI.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 + sklearn permutation_importance docs.  Duración estimada: 70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a medir y comunicar qué variables aportan a un modelo basado en árboles, distinguiendo entre Mean Decrease in Impurity (MDI) —el feature_importances_ por default de scikit-learn— y permutation importance, entendiendo los sesgos de cada método. Como complemento, conocer las herramientas modernas de interpretabilidad SHAP y LIME para explicar predicciones individuales.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feature_importances_ en un RandomForestClassifier / GradientBoostingRegressor y explicar qué mide MDI.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sklearn.inspection.permutation_importance sobre el set de validación y comparar el ranking con MDI.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los sesgos de MDI (favorece features de alta cardinalidad y continuas) y de permutation (problemas con features correlacionadas).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explicaciones locales con shap.TreeExplainer e interpretar summary_plot y waterfall_plot.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usar MDI, permutation, SHAP o LIME según contexto (auditoría, debugging, comunicación).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Recordatorio: cómo los árboles eligen splits (impurity / variance reduction).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MDI: suma ponderada de la reducción de impureza por feature, promediada sobre los árboles.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Permutation importance: caída del score al permutar aleatoriamente los valores de una feature.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Sesgos: cardinalidad alta infla MDI; correlación infla/desinfla permutation.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MDI se calcula sobre train (riesgo de overfitting); permutation se calcula sobre test/valid.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Interpretabilidad global vs local.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SHAP, LIME, PDP, 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load_breast_cancer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sklearn.inspection import permutation_importance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data = load_breast_cancer()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pd.DataFrame(data.data, columns=data.feature_names)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data.target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test_size=0.3, random_state=42,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X_train.shape, 'test', X_test.shape)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Entrená un RandomForestRegressor sobre California Housing.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Calculá permutation_importance sobre el set de test con n_repeats=10.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Agregá una columna random_id = np.arange(len(X)) y reentrená.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Generá shap.summary_plot con TreeExplainer y explicá la diferencia entre el plot tipo beeswarm (impacto + dirección) y un bar plot de MDI.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Elegí una instancia mal clasificada (o con error grande en regresión) y explicala con shap.waterfall_plot.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Reporte el top-5 de features según MDI y según permutation (sobre test).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Genere shap.summary_plot y guarde el PNG.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Explique con SHAP una predicción correcta y una incorrecta (waterfall_plot).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A. Hands-On Machine Learning with Scikit-Learn, Keras &amp; TensorFlow (3rd ed.), cap. 7 "Ensemble Learning and Random Forests" — sección "Feature Importance".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scikit-learn docs: Permutation feature importance y partial_dependence.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SHAP docs: &lt;https://shap.readthedocs.io/&gt; — Lundberg &amp; Lee (2017), A Unified Approach to Interpreting Model Predictions, NeurIPS.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LIME paper: Ribeiro, Singh &amp; Guestrin (2016), "Why Should I Trust You?": Explaining the Predictions of Any Classifier, KDD. Repo: &lt;https://github.com/marcotcr/lime&gt;.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Molnar, C. Interpretable Machine Learning (libro online gratuito): &lt;https://christophm.github.io/interpretable-ml-book/&gt;.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087 — SHAP en profundidad: TreeExplainer, KernelExplainer, DeepExplainer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