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085 — Random Forests y Extra Trees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7.  Duración estimada: 60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Entender Random Forests y Extra Trees como ensambles de árboles decorrelacionados, diferenciar sus mecanismos de aleatoriedad y elegir hiperparámetros razonables para problemas reales de clasificación y regresión.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Explicar por qué un Random Forest reduce varianza respecto a un árbol único, usando los conceptos de bagging y subsampling de features.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7.  Duración estimada: 60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Entender Random Forests y Extra Trees como ensambles de árboles decorrelacionados, diferenciar sus mecanismos de aleatoriedad y elegir hiperparámetros razonables para problemas reales de clasificación y regresión.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por qué un Random Forest reduce varianza respecto a un árbol único, usando los conceptos de bagging y subsampling de features.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Diferenciar Random Forest vs Extra Trees (thresholds óptimos vs aleatorios) y argumentar cuándo conviene cada uno.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Configurar los hiperparámetros clave (n_estimators, max_features, max_depth, bootstrap, min_samples_leaf) con criterios fundados.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Entrenar y comparar RandomForestClassifier y ExtraTreesClassifier de scikit-learn en un dataset tabular, midiendo accuracy y tiempo.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Interpretar oob_score_ como estimación honesta del error de generalización sin necesidad de validación cruzada.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Repaso de bagging: bootstrap + agregación → reducción de varianza.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Random Forest: bagging de árboles + subsampling de features en cada split.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Extra Trees (Extremely Randomized Trees): thresholds aleatorios en lugar de óptimos.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Hiperparámetros: n_estimators, max_features, max_depth, min_samples_leaf, bootstrap, oob_score.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Out-of-Bag (OOB) score y su uso como reemplazo de CV.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Comparativa empírica: bias, varianza, tiempo de entrenamiento.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time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load_breast_cancer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train_test_split, cross_val_score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sklearn.tree import DecisionTreeClassifier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sklearn.ensemble import RandomForestClassifier, ExtraTreesClassifier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accuracy_score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X, y = load_breast_cancer(return_X_y=True)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X_train, X_test, y_train, y_test = train_test_split(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X, y, test_size=0.2, random_state=42, stratify=y)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print('train', X_train.shape, 'test', X_test.shape)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Baseline: entrená un DecisionTreeClassifier único sobre load_breast_cancer con random_state=42 y reportá accuracy en test (split 80/20).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Random Forest: entrená un RandomForestClassifier(n_estimators=200, random_state=42) y compará accuracy y tiempo contra el árbol único.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Extra Trees: entrená un ExtraTreesClassifier(n_estimators=200, random_state=42) y compará contra RF en accuracy y tiempo de entrenamiento.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OOB: entrená un RF con oob_score=True, bootstrap=True y compará oob_score_ contra el accuracy de test; ¿se parecen?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Sensibilidad a max_features: variá max_features en [1, 'sqrt', 'log2', 0.5, 1.0] y graficá accuracy de CV; identificá el óptimo.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Entrená RandomForestRegressor y ExtraTreesRegressor con n_estimators=300, random_state=42.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Reportá R² en test (split 80/20) y tiempo de entrenamiento de cada uno.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Tuneá max_features con GridSearchCV (cv=3) sobre [0.3, 0.5, 0.7, 1.0] para el mejor de los 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A. Hands-On Machine Learning with Scikit-Learn, Keras &amp; TensorFlow (3ra ed.), cap. 7 — Ensemble Learning and Random Forests, sección "Random Forests".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Breiman, L. (2001). Random Forests. Machine Learning, 45(1), 5–32.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Geurts, P., Ernst, D., &amp; Wehenkel, L. (2006). Extremely Randomized Trees. Machine Learning, 63(1), 3–42.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Documentación scikit-learn: RandomForestClassifier y ExtraTreesClassifier.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086 — Feature importance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