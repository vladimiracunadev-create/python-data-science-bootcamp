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051 — Desafíos del ML: overfitting, underfitting, datos insuficientes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1.  Duración estimada: 60 min. · Nivel: Básico-Intermedio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Que el alumno identifique los seis problemas que hacen fracasar un proyecto de ML — datos insuficientes, no representativos, de mala calidad, features irrelevantes, overfitting y underfitting — y sepa qué herramienta aplicar a cada uno (más datos, mejor muestreo, limpieza, feature engineering, regularización, o un modelo más expresivo). El eje conceptual es el **bias-variance tradeoff** y la intuición de que "el modelo memorizó vs. generalizó".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Distinguir overfitting de underfitting mirando la brecha entre error de entrenamiento y error de validación.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1.  Duración estimada: 60 min. · Nivel: Básico-Intermedio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identifique los seis problemas que hacen fracasar un proyecto de ML — datos insuficientes, no representativos, de mala calidad, features irrelevantes, overfitting y underfitting — y sepa qué herramienta aplicar a cada uno (más datos, mejor muestreo, limpieza, feature engineering, regularización, o un modelo más expresivo). El eje conceptual es el bias-variance tradeoff y la intuición de que "el modelo memorizó vs. generalizó".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Distinguir overfitting de underfitting mirando la brecha entre error de entrenamiento y error de validación.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Diagnosticar cuál de los seis desafíos de Géron está rompiendo un pipeline concreto.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regularización (L1/L2, reducir capacidad del modelo, más datos) como contramedida al overfitting.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Detectar sampling bias y data snooping bias antes de medir performance.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Justificar por qué "más datos" suele ganarle a "modelo más complejo" (Banko &amp; Brill 2001 / "The Unreasonable Effectiveness of Data").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Datos insuficientes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Datos no representativos (sampling bias)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Datos de mala calidad (outliers, NaN, ruido)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Features irrelevantes / feature engineering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Overfitting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Underfitting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Regularización (L1/L2, early stopping, dropout)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Overfitting: El modelo performa muy bien en train y mal en test.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Underfitting: El modelo es demasiado simple para la estructura del dato.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Regularización: Restricción explícita sobre los parámetros del modelo para que no se ajuste al ruido.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Bias-variance tradeoff: Descomposición del error de generalización en tres términos: error = bias² + variance + irreducible_noise.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Sampling bias: La muestra de entrenamiento no es representativa de la población.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Data snooping bias: Mirar el test set para tomar decisiones de modelado (qué features incluir, qué hiperparámetros probar).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Diagnosticamos sub/overfitting mirando la brecha train-validation, visualizamos el bias-variance tradeoff y usamos regularización (Ridge) como contramedida. Requiere: numpy, pandas, scikit-learn, matplotlib.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sklearn.pipeline import make_pipeline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sklearn.preprocessing import PolynomialFeatures, StandardScaler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sklearn.linear_model import LinearRegression, Ridge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train_test_split, learning_curve, validation_curve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r2_score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print('setup ok')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Diagnóstico visual.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Learning curve.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Ridge vs.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Sampling bias simulado.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Feature engineering manual.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que tome sklearn.datasets.fetch_california_housing, entrene tres modelos: (a) LinearRegression baseline, (b) LinearRegression sobre PolynomialFeatures(degree=3) sin regularizar, (c) Ridge(alpha=10) sobre las mismas polynomial features. Para cada uno reportá train_R² y test_R² con train_test_split(random_state=42). Plotea las tres barras lado a lado.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Géron, cap. 1 § "Main challenges of machine learning" y § "Testing and validating".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sklearn — Validation curves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sklearn — Underfitting vs. overfitting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Banko &amp; Brill (2001), Scaling to very very large corpora for natural language disambiguation.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Halevy, Norvig &amp; Pereira (2009), The Unreasonable Effectiveness of Data.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052 — Testing, validación, hyperparameter tuning, no free lunch theorem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