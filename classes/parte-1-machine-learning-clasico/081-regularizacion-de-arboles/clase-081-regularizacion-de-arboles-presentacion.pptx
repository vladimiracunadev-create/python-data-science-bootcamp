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controle el overfitting de un `DecisionTreeClassifier`/`Regressor` usando hiperparámetros de regularización (pre-pruning) y cost-complexity pruning (post-pruning), y sepa elegir entre ambas estrategias en función del problema.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overfitting en un árbol sin regularizar (train accuracy ≈ 1, test bajo).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controle el overfitting de un DecisionTreeClassifier/Regressor usando hiperparámetros de regularización (pre-pruning) y cost-complexity pruning (post-pruning), y sepa elegir entre ambas estrategias en función del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overfitting en un árbol sin regularizar (train accuracy ≈ 1, test bajo).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max_depth, min_samples_split, min_samples_leaf, max_leaf_nodes, max_features con GridSearchCV.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cost-complexity pruning vía ccp_alpha y leer la curva cost_complexity_pruning_path.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pre-pruning (frenar el crecimiento) de post-pruning (podar después).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de hiperparámetros con curvas de validación, no a ojo.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Árboles sin regularizar = overfitting garantizado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 y max_leaf_nodes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min_samples_split / min_samples_leaf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max_features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ccp_alpha (cost-complexity pruning)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Pre-pruning vs post-pruning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max_depth: Profundidad máxima del árbol.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min_samples_split: Mínimo de muestras que un nodo necesita para ser candidato 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min_samples_leaf: Mínimo de muestras que debe quedar en cada hoja resultante del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max_leaf_nodes: Tope absoluto de hojas.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max_features: Cantidad de features consideradas en cada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ccp_alpha (cost-complexity pruning): Hiperparámetro α ≥ 0 que penaliza la complejidad del árbol al podar.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DecisionTreeClassifier() sin tocar nada sobre make_moons(noise=0.4) memoriza el train: accuracy de train ≈ 1 y una brecha grande contra el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noise=0.4,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test_size=0.3,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DecisionTreeClassifier(random_state=RND).fit(X_train, y_train)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acc_tr = accuracy_score(y_train, base.predict(X_train))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acc_te = accuracy_score(y_test, base.predict(X_test))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print(f"baseline: acc_train={acc_tr:.3f}  acc_test={acc_te:.3f}")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print(f"gap train-test: {acc_tr - 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acc_tr &gt; acc_te, "el arbol sin regularizar overfittea"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print("train casi perfecto y brecha grande = overfitting")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Overfit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max_depth sweep.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Cost-complexity 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 fronteras.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moons (noise=0.4, 1000 samples, split 70/30): (a) baseline sin regularizar — reportar gap train/test; (b) GridSearchCV sobre max_depth y min_samples_leaf con 5-fold; (c) cost-complexity pruning — graficar ccp_alphas vs test accuracy y elegir el mejor α; (d) comparar test accuracy de los 3 modelos (baseline, grid, pruned) en tabla.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6 § "Regularization Hyperparameters".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Decision Trees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Post pruning decision trees with cost complexity pruning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Breiman, Friedman, Olshen &amp; Stone (1984), Classification and Regression Trees — el paper original de CART y cost-complexity pruning.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082 — Regresión con árboles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