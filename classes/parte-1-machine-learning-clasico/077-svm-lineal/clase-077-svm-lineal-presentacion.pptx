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077 — SVM lineal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5. 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Entender el principio de **maximización del margen** que define a las Support Vector Machines lineales, distinguir entre **hard margin** y **soft margin**, y entrenar un clasificador con `LinearSVC` controlando el trade-off bias/varianza mediante el hiperparámetro **C**.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qué es el margen y por qué SVM busca el hiperplano que lo maximiza.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1 — Machine Learning Clásico · Fuente: Géron, cap. 5.  Duración estimada: 60 min. · Nivel: Intermedio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Entender el principio de maximización del margen que define a las Support Vector Machines lineales, distinguir entre hard margin y soft margin, y entrenar un clasificador con LinearSVC controlando el trade-off bias/varianza mediante el hiperparámetro 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qué es el margen y por qué SVM busca el hiperplano que lo maximiza.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Diferenciar hard margin (datos linealmente separables, sin tolerancia) de soft margin (admite violaciones).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Interpretar el hiperparámetro C y su efecto sobre el ancho del margen y las violaciones permitidas.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Entrenar un LinearSVC en scikit-learn con un Pipeline que incluya StandardScaler.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Identificar los vectores soporte y entender por qué son los únicos puntos que definen la frontera.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Intuición geométrica: hiperplano separador y margen.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Hard margin: condiciones y limitaciones (sensibilidad a outliers, exige separabilidad).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Soft margin: introducción de variables de holgura (slack).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Hiperparámetro C: regularización, trade-off margen ancho vs. violaciones.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Función de pérdida hinge loss.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API de scikit-learn: LinearSVC, loss, C, dual, max_iter.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Importancia crítica del escalado de features en SVM.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Nos quedamos con dos features (petal length, petal width) para poder visualizar la frontera en 2D, y convertimos el problema a binario.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matplotlib.pyplot as plt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sklearn.datasets import load_iris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sklearn.preprocessing import StandardScaler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sklearn.svm import LinearSVC, SVC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sklearn.pipeline import make_pipeline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sklearn.model_selection import train_test_split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from sklearn.metrics import accuracy_score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RND = 42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np.random.seed(RND)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iris = load_iris()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 = iris.data[:, 2:4]            # petalo: largo y ancho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y = (iris.target == 2).astype(int)   # 1 = Virginica, 0 = resto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X_train, X_test, y_train, y_test = train_test_split(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X, y, test_size=0.2, random_state=RND, stratify=y)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print("X:", X.shape, "| Virginica (positivos):", int(y.sum()))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print("train:", X_train.shape[0], "| test:", X_test.shape[0])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Cargá Iris, quedate con dos features (petal length, petal width) y la clase Virginica como problema binario.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Repetí el entrenamiento con C=0.1, C=1, C=100.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Graficá la frontera de decisión y el margen para los tres valores de C del ejercicio anterior (scatter de los datos + línea + márgenes punteados).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Agregá un outlier artificial a la clase minoritaria y volvé a entrenar con C alto y C bajo.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Compará tiempo de entrenamiento de LinearSVC vs.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Cargue Iris binarizado (Virginica vs. resto) con petal length y petal width.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Construya un Pipeline con StandardScaler + LinearSVC(C=1, loss="hinge", random_state=42).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Haga train_test_split(test_size=0.2, random_state=42, stratify=y) y entrene.</a:t>
            </a:r>
          </a:p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Imprima accuracy sobre test y los coeficientes del clasificador (coef_, intercept_).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A. Hands-On Machine Learning, 3ra ed., cap. 5 — "Support Vector Machines", sección "Linear SVM Classification".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scikit-learn user guide: 1.4. Support Vector Machines.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API: sklearn.svm.LinearSVC.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078 — SVM no lineal: kernel polinomial y RBF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