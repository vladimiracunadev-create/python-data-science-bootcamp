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058 — Optuna y HPO bayesiano dedicado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Akiba et al. (2019) + Optuna docs.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Profundizar en **Optuna** —el framework de hyperparameter optimization estándar industrial 2026— aplicado a ML clásico (sklearn, XGBoost, LightGBM, CatBoost). Pasar de Grid/Random Search (clase 052) a **TPE (Tree-structured Parzen Estimator)** + **Hyperband Pruner** + **persistencia con SQLite**. Aprender a interpretar `plot_optimization_history`, `plot_param_importances` y `plot_slice` para entender qué hiperparámetros mueven la aguja.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Definir un objective(trial) con suggest_int, suggest_float, suggest_categorical, suggest_float('lr', 1e-5, 1e-1, log=True).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Akiba et al. (2019) + Optuna docs.  Duración estimada: 80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Profundizar en Optuna —el framework de hyperparameter optimization estándar industrial 2026— aplicado a ML clásico (sklearn, XGBoost, LightGBM, CatBoost). Pasar de Grid/Random Search (clase 052) a TPE (Tree-structured Parzen Estimator) + Hyperband Pruner + persistencia con SQLite. Aprender a interpretar plot_optimization_history, plot_param_importances y plot_slice para entender qué hiperparámetros mueven la aguja.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Definir un objective(trial) con suggest_int, suggest_float, suggest_categorical, suggest_float('lr', 1e-5, 1e-1, log=True).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TPE (default) vs CmaEs vs NSGAIISampler (multi-objective).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pruners (MedianPruner, HyperbandPruner) para cortar trials malos temprano.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Persistir el study con storage='sqlite:///study.db' y resumir trials.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e interpretar los 5 plots de Optuna.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TPE: modela P(x | y &lt; γ) y P(x | y ≥ γ) con KDE; samplea de la primera.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Pruning: callback que reporta progreso intermedio; si va mal vs históricos, kill.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Multi-objective: optimizar accuracy AND latencia.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Distributed: varios workers contra el mismo SQLite/PostgreSQL.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Integration con sklearn, XGBoost, LightGBM, CatBoost.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TPE sampler + MedianPruner sobre GradientBoostingClassifier. Comparamos vs GridSearchCV con presupuesto similar. Instalar: pip install optuna.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make_classification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GradientBoostingClassifier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StratifiedKFold, GridSearchCV,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roc_auc_score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optuna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optuna.logging.set_verbosity(optuna.logging.WARNING)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OPTUNA_OK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print('optuna no instalado: `pip install optuna`')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OPTUNA_OK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Objective básico: tunear LogisticRegression(C, penalty) y RandomForest(n_estimators, max_depth) con TPE.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Search space compuesto: hiperparámetros condicionales (e.g., solver=liblinear solo permite ciertos penalty).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Pruning en XGBoost: usar XGBoostPruningCallback que reporta validación por boosting round → mata trials malos.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Persistencia: optuna.create_study(study_name='exp1', storage='sqlite:///opt.db', load_if_exists=True).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Multi-objective: maximizar accuracy AND minimizar inference time; obtener Pareto front con optuna.create_study(directions=['maximize', 'minimize']).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Espacio: n_estimators, max_depth, lr, subsample, colsample_bytree, reg_alpha, reg_lambda.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100 trials con TPE + Hyperband pruning.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best_params, best_value, plot history + importances.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RandomizedSearchCV(50 trials).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Akiba et al. (2019), Optuna, KDD.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Optuna docs — tutorials y examples.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Bergstra, Bardenet, Bengio &amp; Kégl (2011), Algorithms for Hyper-Parameter Optimization, NeurIPS — paper original TPE.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059 — Launch, monitoreo y mantenimiento de modelos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