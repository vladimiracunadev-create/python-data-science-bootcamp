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080 — Árboles de decisión: entrenamiento, visualización, 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 § Training and Visualizing a Decision Tree.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entrene un `DecisionTreeClassifier` con el algoritmo CART, entienda cómo se elige cada split (criterio Gini/Entropy), y sepa **leer el árbol** — tanto el dibujo (`plot_tree`) como el código (`export_graphviz`) — para auditar las decisiones del modelo.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Entrenar un DecisionTreeClassifier de scikit-learn sobre un dataset tabular (Iris) y predecir clases / probabilidades.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6 § Training and Visualizing a Decision Tree. ·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un DecisionTreeClassifier con el algoritmo CART, entienda cómo se elige cada split (criterio Gini/Entropy), y sepa leer el árbol — tanto el dibujo (plot_tree) como el código (export_graphviz) — para auditar las decisiones del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DecisionTreeClassifier de scikit-learn sobre un dataset tabular (Iris) y predecir clases / probabilidades.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algoritmo CART: greedy, binario, busca el par (feature, threshold) que minimiza la impureza ponderada de los dos hijos.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Gini y entropía a mano sobre un nodo con k clases y elegir el split óptimo entre candidatos.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el árbol entrenado con plot_tree (matplotlib) y export_graphviz (DOT → PNG/SVG), interpretando samples, value, class, gini.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decision boundary axis-aligned: cada split es ortogonal a un eje, lo que limita al árbol frente a fronteras oblicuas.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DecisionTreeClassifier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CART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Criterio Gini vs Entropy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Visualización: plot_tree y Graphviz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Interpretación de nodos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 boundary axis-aligned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CART (Classification And Regression Trees): Algoritmo que entrena árboles binarios (cada split tiene exactamente 2 hijos).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Impureza Gini: G_i = 1 - Σ p_{i,k}² sobre las k clases del nodo 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Entropía (information gain): H_i = - Σ p_{i,k} · log₂(p_{i,k}).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Nodo: Punto del árbol donde se evalúa una condición feature ≤ threshold.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Hoja (leaf): Nodo terminal, sin hijos.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Profundidad (max_depth): Distancia desde la raíz hasta la hoja más lejana.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Entrenamos un árbol de profundidad 2 sobre Iris (las 4 features) y consultamos las probabilidades de la primera flor con predict_proba. Los árboles no requieren escalado.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load_iris, make_moons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DecisionTreeClassifier, plot_tree, export_text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iris = load_iris()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iris.data, iris.target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clf = DecisionTreeClassifier(max_depth=2, random_state=RND).fit(X, 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acc = accuracy_score(y, clf.predict(X))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print(f"accuracy train (max_depth=2): {acc:.3f}")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acc &gt;= 0.90, "un arbol depth=2 ya separa muy bien Iris"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print("predict_proba de la primera flor:", np.round(clf.predict_proba(X[:1])[0], 3))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Fit + score baseline.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Gini a mano.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Gini vs Entropy.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plot_tree.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Boundary axis-aligned.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Iris (solo pétalo largo y ancho), (b) entrena DecisionTreeClassifier(max_depth=2), (c) reporta accuracy y predict_proba para una flor nueva [5, 1.5], (d) exporta el árbol con export_graphviz a un archivo iris_tree.dot y lo convierte a PNG (o usa plot_tree), (e) responde por escrito: "¿por qué la hoja izquierda tiene Gini=0?".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6 — Decision Trees, secciones Training and Visualizing y Making Predictions.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Decision Trees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DecisionTreeClassifier API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Graphviz — para export_graphviz + dot.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081 — Regularización de árboles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