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088 — Boosting: AdaBoost y Gradient Boosting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7.  Duración estimada: 70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Entender la idea de **boosting** como combinación secuencial de aprendices débiles, dominar los dos enfoques clásicos —**AdaBoost** (reponderar errores) y **Gradient Boosting** (ajustar al residuo)— y saber tunear `learning_rate`, `n_estimators` y aplicar **early stopping** con `staged_predict`.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Explicar la diferencia conceptual entre bagging (paralelo, varianza) y boosting (secuencial, sesgo).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7.  Duración estimada: 70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Entender la idea de boosting como combinación secuencial de aprendices débiles, dominar los dos enfoques clásicos —AdaBoost (reponderar errores) y Gradient Boosting (ajustar al residuo)— y saber tunear learning_rate, n_estimators y aplicar early stopping con staged_predict.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la diferencia conceptual entre bagging (paralelo, varianza) y boosting (secuencial, sesgo).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Entrenar un AdaBoostClassifier y un GradientBoostingClassifier de scikit-learn, leyendo correctamente sus hiperparámetros.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Entender por qué learning_rate y n_estimators se mueven en sentidos opuestos (shrinkage).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early stopping en boosting usando staged_predict sobre un set de validación.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cuándo conviene AdaBoost, cuándo Gradient Boosting clásico y cuándo saltar directo a las librerías de la 079.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Intuición: muchos clasificadores débiles → uno fuerte.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AdaBoost: peso a las muestras mal clasificadas; SAMME y SAMME.R.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Gradient Boosting: cada árbol ajusta el residuo (gradiente de la loss) del ensemble previo.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Hiperparámetros clave: n_estimators, learning_rate, max_depth, subsample (stochastic gradient boosting).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staged_predict / staged_predict_proba: predicciones intermedias para early stopping.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Curvas de error vs. número de estimadores: detectar el "codo".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Limitaciones: entrenamiento secuencial (no se paraleliza tan bien como bagging).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make_moons, load_breast_cancer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sklearn.tree import DecisionTreeRegressor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sklearn.ensemble import (AdaBoostClassifier, GradientBoostingClassifier,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                      GradientBoostingRegressor)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accuracy_score, log_loss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Xm, ym = make_moons(n_samples=500, noise=0.30,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Xm_tr, Xm_te, ym_tr, ym_te = train_test_split(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Xm, ym, test_size=0.2, random_state=42, stratify=ym)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Xc, yc = load_breast_cancer(return_X_y=True)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Xc_tr, Xc_te, yc_tr, yc_te = train_test_split(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Xc, yc, test_size=0.2, random_state=42, stratify=yc)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print('moons train', Xm_tr.shape, '| cancer train', Xc_tr.shape)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AdaBoost desde cero conceptual: entrená un AdaBoostClassifier(n_estimators=200, learning_rate=0.5) sobre make_moons.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Gradient Boosting paso a paso: usá GradientBoostingRegressor(max_depth=2, n_estimators=3, learning_rate=1.0) sobre datos sintéticos y = x² + ruido.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Trade-off learning_rate ↔ n_estimators: comparé (lr=1.0, n=50) vs.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Early stopping con staged_predict: entrené GradientBoostingClassifier(n_estimators=500, learning_rate=0.05) y, usando staged_predict sobre validación, encontrá el n_estimators óptimo.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Stochastic Gradient Boosting: agregale subsample=0.5 al modelo de (4).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Entrené AdaBoostClassifier(n_estimators=200, learning_rate=0.5, random_state=42) y GradientBoostingClassifier(n_estimators=200, learning_rate=0.1, max_depth=3, random_state=42).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Para el Gradient Boosting, encontrá el best_n usando staged_predict_proba sobre el set de test y log_loss.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Reportá accuracy de los tres modelos (AdaBoost, GB completo, GB con best_n).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Hands-On Machine Learning, 3ra ed., cap. 7 — "Ensemble Learning and Random Forests", sección Boosting.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scikit-learn user guide: Ensemble methods → Boosting.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Friedman, J. (2001). Greedy Function Approximation: A Gradient Boosting Machine. Annals of Statistics.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Freund &amp; Schapire (1997). A Decision-Theoretic Generalization of On-Line Learning and an Application to Boosting.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089 — XGBoost, LightGBM y CatBoost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