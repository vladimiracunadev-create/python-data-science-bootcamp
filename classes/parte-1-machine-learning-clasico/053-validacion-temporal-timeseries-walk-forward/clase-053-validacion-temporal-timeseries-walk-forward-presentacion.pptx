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053 — Validación temporal: TimeSeriesSplit, walk-forward, blocking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Bergmeir &amp; Benítez (2012) + sklearn TimeSeriesSplit docs.  Duración estimada: 70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Aplicar **validación correcta para series temporales** — donde KFold y `train_test_split` aleatorio causan **leakage del futuro al pasado** y métricas infladas. Cubrir `TimeSeriesSplit`, **walk-forward validation** (rolling y expanding), **blocking** para datos con dependencias intra-cluster, **purged + embargoed CV** (López de Prado, finanzas).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Aplicar sklearn.model_selection.TimeSeriesSplit(n_splits, max_train_size, test_size, gap).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Bergmeir &amp; Benítez (2012) + sklearn TimeSeriesSplit docs.  Duración estimada: 70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validación correcta para series temporales — donde KFold y train_test_split aleatorio causan leakage del futuro al pasado y métricas infladas. Cubrir TimeSeriesSplit, walk-forward validation (rolling y expanding), blocking para datos con dependencias intra-cluster, purged + embargoed CV (López de Prado, finanzas).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sklearn.model_selection.TimeSeriesSplit(n_splits, max_train_size, test_size, gap).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walk-forward rolling (ventana fija) y expanding (acumulativo).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leakage cuando KFold se usa sobre datos temporales.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purged + embargoed K-Fold para evitar leakage por feature engineering con lags.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métricas multi-fold con dispersión (no solo promedio).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¿Por qué KFold falla en series? Aleatorización mezcla pasado y futuro.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TimeSeriesSplit: split secuencial, train siempre antes que test.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Expanding vs rolling window.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gap (embargo) para target leakage con lags.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Purged CV (López de Prado): elimina overlap entre train y test.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CombinatorialPurgedKFold para backtesting.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Serie sintética (trend + seasonality + noise). Comparamos KFold (leak) vs TimeSeriesSplit vs walk-forward expanding/rolling. Requiere: numpy, pandas, scikit-learn,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Ridge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KFold, TimeSeriesSplit, cross_val_score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mean_absolute_error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1000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 = np.arange(n)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trend = 0.02 * 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season = 3 * np.sin(2 * np.pi * t / 50)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noise = rng.normal(0, 0.5,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trend + season + noise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print('serie:', y.shape, 'min', y.min().round(2), 'max', y.max().round(2))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TSSplit vs KFold leak: con serie sintética con tendencia, comparar score CV con KFold aleatorio vs TimeSeriesSplit.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Walk-forward expanding: tscv = TimeSeriesSplit(n_splits=5).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Rolling window: con max_train_size=100, simular walk-forward de window fijo.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gap: con feature y_t-1 (target lag), aplicar gap=1 para evitar que test "vea" su propio target.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Score con dispersión: reportar mean ± std de RMSE por fold, no solo mean.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Feature engineering: lags 1, 7, 30 + rolling mean.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CV con TimeSeriesSplit(5, gap=30).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RMSE por fold + global.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contra KFold ingenuo — mostrar inflación.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Bergmeir &amp; Benítez (2012), On the use of cross-validation for time series predictor evaluation.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López de Prado (2018), Advances in Financial Machine Learning, cap. 7.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sklearn.model_selection.TimeSeriesSplit.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Hyndman &amp; Athanasopoulos, Forecasting: Principles and Practice.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054 — Proyecto end-to-end: visión, datos, exploración, preparación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