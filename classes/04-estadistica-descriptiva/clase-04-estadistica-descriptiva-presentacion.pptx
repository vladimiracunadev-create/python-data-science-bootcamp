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04: Estadística descriptiva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datasets/estudiantes.csv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Interpretar medidas descriptivas simples y relacionarlas con preguntas reales.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La estadística descriptiva resume poblaciones, pero siempre debe volver a una pregunta concreta.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Calcular medidas de tendencia central.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Leer una dispersión básica sin perder contexto.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Evitar conclusiones apoyadas en un solo número.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Media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Mediana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Dispersión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Interpretación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Media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Mediana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Dispersión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Interpretación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05 convierte estos resúmenes en gráficos más controlados con matplotlib.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estadística descriptiva resume poblaciones, pero siempre debe volver a una pregunta concreta.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Permite pasar de mirar filas sueltas a resumir comportamientos de un grupo con criterio.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05 convierte estos resúmenes en gráficos más controlados con matplotlib.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Resumen de asistencia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Usar varias medidas a la vez evita depender de un único número y mejora la interpretación. Qué hace: seleccionar variable → calcular resumen → interpretar Para qué sirve: Sirve para conectar conceptos estadísticos con decisiones pedagógicas o de seguimiento académico.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seleccionar variable → calcular resumen → interpretar.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conectar conceptos estadísticos con decisiones pedagógicas o de seguimiento académico.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pd.read_csv("datasets/estudiantes.csv")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asistencia = df["asistencia_pct"]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print("Media:", asistencia.mean())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print("Mediana:", asistencia.median())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print("Desviación estándar:", asistencia.std())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print(asistencia.describe())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