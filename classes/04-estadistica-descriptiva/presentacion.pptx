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04: Estadística descriptiva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datasets/estudiantes.csv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Interpretar medidas descriptivas simples y relacionarlas con preguntas reales.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La estadística descriptiva resume poblaciones, pero siempre debe volver a una pregunta concreta.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Calcular medidas de tendencia central.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Leer una dispersión básica sin perder contexto.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Evitar conclusiones apoyadas en un solo número.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Media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Mediana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Dispersión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Interpretación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Media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Mediana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Dispersión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Interpretación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clase 05 convierte estos resúmenes en gráficos más controlados con matplotlib.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estadística descriptiva resume poblaciones, pero siempre debe volver a una pregunta concreta.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Permite pasar de mirar filas sueltas a resumir comportamientos de un grupo con criterio.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05 convierte estos resúmenes en gráficos más controlados con matplotlib.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Resumen de asistencia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Usar varias medidas a la vez evita depender de un único número y mejora la interpretación. Qué hace: seleccionar variable → calcular resumen → interpretar Para qué sirve: Sirve para conectar conceptos estadísticos con decisiones pedagógicas o de seguimiento académico.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seleccionar variable → calcular resumen → interpretar.</a:t>
            </a:r>
            <a:br/>
            <a:r>
              <a:t># Para qué sirve: Sirve para conectar conceptos estadísticos con decisiones pedagógicas o de seguimiento académico.</a:t>
            </a:r>
            <a:br/>
            <a:r>
              <a:t>import pandas as pd</a:t>
            </a:r>
            <a:br/>
            <a:br/>
            <a:r>
              <a:t>df = pd.read_csv("datasets/estudiantes.csv")</a:t>
            </a:r>
            <a:br/>
            <a:r>
              <a:t>asistencia = df["asistencia_pct"]</a:t>
            </a:r>
            <a:br/>
            <a:br/>
            <a:r>
              <a:t>print("Media:", asistencia.mean())</a:t>
            </a:r>
            <a:br/>
            <a:r>
              <a:t>print("Mediana:", asistencia.median())</a:t>
            </a:r>
            <a:br/>
            <a:r>
              <a:t>print("Desviación estándar:", asistencia.std())</a:t>
            </a:r>
            <a:br/>
            <a:r>
              <a:t>print(asistencia.describe())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