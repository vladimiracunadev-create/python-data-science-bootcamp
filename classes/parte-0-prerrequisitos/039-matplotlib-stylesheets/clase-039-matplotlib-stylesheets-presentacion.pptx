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039 — Matplotlib: stylesheets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4.11 Customizing Matplotlib: Configurations and Stylesheets. · Duración estimada: 30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aproveche **stylesheets** built-in y propios para mantener consistencia visual entre plots y proyectos — y deje de configurar manualmente rcParams en cada notebook.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Listar stylesheets disponibles con plt.style.available.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4.11 Customizing Matplotlib: Configurations and Stylesheets. · Duración estimada: 30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aproveche stylesheets built-in y propios para mantener consistencia visual entre plots y proyectos — y deje de configurar manualmente rcParams en cada notebook.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 stylesheets disponibles con plt.style.available.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 style globalmente (plt.style.use(...)) o solo a un bloque (with plt.style.context(...)).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style propio en un archivo .mplstyle y usarlo.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styles (uno + ajustes manuales).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style según contexto (informe, presentación, B&amp;N para impresión).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plt.style.available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plt.style.use(...) global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with plt.style.context(...)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Archivo .mplstyle propio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Stylesheets comunes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 override puntual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Stylesheet: Conjunto de rcParams predefinidos en un archivo .mplstyle.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plt.style.available: Lista de stylesheets built-in: default, ggplot, seaborn-v0_8-whitegrid, bmh, grayscale, dark_background, etc.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plt.style.context(name): Aplica style solo dentro de un with block; al salir, vuelve al anterior.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.mplstyle propio: Archivo de texto con clave: valor (igual sintaxis que rcParams).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 override en context: with plt.rc_context({'figure.figsize': (12, 6)}): aplica overrides temporales sobre el style activo.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styles = sorted(plt.style.available)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print(f'{len(styles)} styles disponibles. Primeros 10:')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s in styles[:10]: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  - {s}')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Catalogo.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Galería visual.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Bloque temporal.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Style propio.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Style + override.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galería de 4 styles sobre un mismo dataset; (b) crear informe.mplstyle con paleta corporativa simulada (3 colores principales); (c) demo de uso temporal con plt.style.context; (d) comparativa B&amp;N (grayscale) vs color para una figura que podría imprimirse.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4.11.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stylesheets gallery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040 — Matplotlib: 3D plotting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