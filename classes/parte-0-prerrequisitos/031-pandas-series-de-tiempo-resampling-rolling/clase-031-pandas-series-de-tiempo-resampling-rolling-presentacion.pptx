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3.12 Working with Time Series.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trabaje con datos temporales correctamente: parsear fechas, indexar por `DatetimeIndex`, hacer **resampling** (cambiar la frecuencia) y **rolling** (ventanas móviles para tendencias).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Parsear strings de fecha con pd.to_datetime(..., format=..., errors=...).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3.12 Working with Time Series.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trabaje con datos temporales correctamente: parsear fechas, indexar por DatetimeIndex, hacer resampling (cambiar la frecuencia) y rolling (ventanas móviles para tendencias).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strings de fecha con pd.to_datetime(..., format=..., errors=...).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Indexar por DatetimeIndex y slicear con strings de fecha (df.loc['2024-01':'2024-03']).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Resamplear a otra frecuencia: df.resample('M').sum(), 'W', 'D', 'H'.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ventanas móviles con rolling(window).mean() para suavizar tendencias.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zonas horarias con tz_localize y tz_convert.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pd.to_datetime con errors='coerce'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DatetimeIndex y slicing por fecha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Resampling: 'D', 'W', 'M', 'Q', 'Y', 'H'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Rolling windows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shift y diff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Timezones: localize → convert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Timestamp / DatetimeIndex: Tipo nativo de pandas para fechas-horas.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pd.to_datetime: Conversor robusto string→Timestamp.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Resampling: Cambiar la frecuencia de una serie: diaria→mensual, horaria→semanal.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Rolling window: Ventana móvil: para cada punto, aplicar función a los últimos N (.rolling(N).mean()).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shift / diff / pct_change: shift(N): desplaza N posiciones (NaN al inicio).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tz_localize vs tz_convert: localize asigna TZ a fecha naive (no convierte).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fechas = pd.date_range('2024-01-01', '2025-12-31', freq='D')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ventas = pd.Series(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rng.normal(1000, 200, len(fechas)).cumsum().clip(min=0).astype(int),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index=fechas,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name='ventas',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print(ventas.head())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Parseo robusto.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Slice por fecha.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 diaria → mensual.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7-day mean.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shift para lag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serie sintética de 2 años: (a) parseo robusto; (b) slice por trimestre; (c) resample a mensual con sum y mean; (d) rolling 7/30 días con plot; (e) diff y pct_change para variación.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3 § 3.12.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pandas Time Series user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032 — Pandas: eval y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