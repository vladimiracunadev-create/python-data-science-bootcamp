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025 — Pandas: datos faltantes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3.5 Handling Missing Data.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**detecte, cuantifique y maneje** datos faltantes con criterio. Eliminar es la opción fácil pero suele ser incorrecta: cuándo eliminar, cuándo imputar (media, mediana, forward-fill), y cuándo el faltante es **señal** que merece su propia columna.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Detectar NaN con isna(), notna() y cuantificar por columna/fila.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3.5 Handling Missing Data.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detecte, cuantifique y maneje datos faltantes con criterio. Eliminar es la opción fácil pero suele ser incorrecta: cuándo eliminar, cuándo imputar (media, mediana, forward-fill), y cuándo el faltante es señal que merece su propia columna.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NaN con isna(), notna() y cuantificar por columna/fila.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Eliminar filas/columnas con NaN usando dropna con how/thresh/subset.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Imputar con fillna: valor escalar, media/mediana, forward/backward fill, interpolación.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NaN vs None vs pd.NA y por qué importan los dtypes nullable (Int64, boolean).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eliminar/imputar/dejar — y crear columna was_missing cuando el faltante es informativo.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Tipos de missing en pandas: NaN, None, NaT, pd.NA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Detección: isna, notna, isna().sum()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dropna: how='any'/'all', thresh, subset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fillna: escalar, dict, ffill, bfill, interpolate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Dtypes nullable: Int64, Float64, boolean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was_missing como feature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NaN (Not a Number): Float especial IEEE 754 que representa missing en columnas numéricas.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None vs NaN: None es objeto Python (en columnas object).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pd.NA: Sentinel "missing universal" (pandas 1.0+) compatible con dtypes nullable (Int64, boolean, string).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MCAR / MAR / MNAR: MCAR (Missing Completely At Random): missing es aleatorio.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Imputación: Reemplazar missing con un valor estimado.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was_missing flag: Columna booleana adicional que registra qué filas tenían missing antes de imputar.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Cuantifica.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Eliminar filas con cualquier NaN.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Eliminar solo filas con NaN en sex.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Imputar.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Forward fill en series temporales.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reporte completo de missing (% por col, % por fila, filas más incompletas); (b) 3 estrategias: drop all, drop subset, imputar por grupo; (c) columna bill_was_missing y demuestra que el flag puede mejorar un modelo simple; (d) demo de dtypes nullable Int64.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3.5.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— Missing data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nullable Integer dtypes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026 — Pandas: MultiIndex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