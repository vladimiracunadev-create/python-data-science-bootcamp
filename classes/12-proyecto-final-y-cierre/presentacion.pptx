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12: Proyecto final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 o el dataset trabajado por el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Integrar las habilidades del bootcamp en un proyecto final acotado y defendible.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El cierre del bootcamp debe mostrar integración, criterio y claridad de comunicación.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Formular una pregunta final defendible.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Ordenar el notebook por etapas comprensibles.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Cerrar con evidencia de aprendizaje integrado.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Estructura del notebook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Pregunta final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Evidencia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Cierre de aprendizaje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Estructura del notebook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Pregunta final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Evidencia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de aprendizaje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Después del cierre, el estudiante debería salir con un siguiente paso de aprendizaje claro.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El cierre del bootcamp debe mostrar integración, criterio y claridad de comunicación.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El proyecto final permite ver si el estudiante integra análisis, código y comunicación con una lógica completa.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Después del cierre, el estudiante debería salir con un siguiente paso de aprendizaje claro.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Esqueleto inicial del 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Organizar el proyecto por etapas hace que otra persona pueda seguir el razonamiento sin perderse. Qué hace: contexto → carga → análisis → conclusión Para qué sirve: Sirve para modelar una estructura mínima que haga legible el trabajo final ante docentes y compañeros.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contexto → carga → análisis → conclusión.</a:t>
            </a:r>
            <a:br/>
            <a:r>
              <a:t># Para qué sirve: Sirve para modelar una estructura mínima que haga legible el trabajo final ante docentes y compañeros.</a:t>
            </a:r>
            <a:br/>
            <a:r>
              <a:t>import pandas as pd</a:t>
            </a:r>
            <a:br/>
            <a:br/>
            <a:r>
              <a:t># 1. Cargar datos y dejar una copia de trabajo.</a:t>
            </a:r>
            <a:br/>
            <a:r>
              <a:t>df = pd.read_csv("datasets/ventas_tienda.csv")</a:t>
            </a:r>
            <a:br/>
            <a:r>
              <a:t>trabajo = df.copy()</a:t>
            </a:r>
            <a:br/>
            <a:r>
              <a:t>trabajo["total_neto"] = trabajo["unidades"] * trabajo["precio_unitario"] * (1 - trabajo["descuento_pct"])</a:t>
            </a:r>
            <a:br/>
            <a:br/>
            <a:r>
              <a:t># 2. Formular la pregunta antes de seguir.</a:t>
            </a:r>
            <a:br/>
            <a:r>
              <a:t>pregunta = "¿Qué sucursal conviene reforzar en la próxima campaña?"</a:t>
            </a:r>
            <a:br/>
            <a:r>
              <a:t>print(pregunta)</a:t>
            </a:r>
            <a:br/>
            <a:br/>
            <a:r>
              <a:t># 3. Generar una evidencia inicial.</a:t>
            </a:r>
            <a:br/>
            <a:r>
              <a:t>resumen = (</a:t>
            </a:r>
            <a:br/>
            <a:r>
              <a:t>    trabajo.groupby("sucursal", as_index=False)["total_neto"]</a:t>
            </a:r>
            <a:br/>
            <a:r>
              <a:t>    .sum()</a:t>
            </a:r>
            <a:br/>
            <a:r>
              <a:t>    .sort_values("total_neto", ascending=False)</a:t>
            </a:r>
            <a:br/>
            <a:r>
              <a:t>)</a:t>
            </a:r>
            <a:br/>
            <a:r>
              <a:t>print(resumen.head())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