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12: Proyecto final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datasets/ventas_tienda.csv o el dataset trabajado por el grupo.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Integrar las habilidades del bootcamp en un proyecto final acotado y defendible.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El cierre del bootcamp debe mostrar integración, criterio y claridad de comunicación.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Formular una pregunta final defendible.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Ordenar el notebook por etapas comprensibles.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Cerrar con evidencia de aprendizaje integrado.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Estructura del notebook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Pregunta final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Evidencia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Cierre de aprendizaje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Estructura del notebook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Pregunta final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Evidencia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de aprendizaje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Después del cierre, el estudiante debería salir con un siguiente paso de aprendizaje claro.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 cierre del bootcamp debe mostrar integración, criterio y claridad de comunicación.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 proyecto final permite ver si el estudiante integra análisis, código y comunicación con una lógica completa.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Después del cierre, el estudiante debería salir con un siguiente paso de aprendizaje claro.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Esqueleto inicial del 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Organizar el proyecto por etapas hace que otra persona pueda seguir el razonamiento sin perderse. Qué hace: contexto → carga → análisis → conclusión Para qué sirve: Sirve para modelar una estructura mínima que haga legible el trabajo final ante docentes y compañeros.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contexto → carga → análisis → conclusión.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modelar una estructura mínima que haga legible el trabajo final ante docentes y compañeros.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# 1. Cargar datos y dejar una copia de trabajo.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pd.read_csv("datasets/ventas_tienda.csv")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trabajo = df.copy()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trabajo["total_neto"] = trabajo["unidades"] * trabajo["precio_unitario"] * (1 - trabajo["descuento_pct"])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# 2. Formular la pregunta antes de seguir.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pregunta = "¿Qué sucursal conviene reforzar en la próxima campaña?"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print(pregunta)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# 3. Generar una evidencia inicial.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resumen = 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trabajo.groupby("sucursal", as_index=False)["total_neto"]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.sum()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.sort_values("total_neto", ascending=False)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print(resumen.head())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