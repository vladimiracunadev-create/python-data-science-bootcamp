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07: Mini proyecto guiado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datasets/ventas_tienda.csv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Integrar las habilidades vistas hasta ahora en un mini proyecto guiado de principio a fin.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El proyecto ordena técnicas sueltas dentro de un proceso con sentido.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Formular una pregunta concreta de proyecto.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Armar una base de trabajo con columnas útiles.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Seguir una secuencia coherente de análisis.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Pregunta de análisis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Recorte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Secuencia de trabajo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Evidencia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Pregunta de análisis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Recorte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Secuencia de trabajo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Evidencia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08 convierte ese trabajo en una presentación breve de hallazgos.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El proyecto ordena técnicas sueltas dentro de un proceso con sentido.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Este módulo ayuda a unir análisis, limpieza y visualización en un flujo coherente y comunicable.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08 convierte ese trabajo en una presentación breve de hallazgos.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Definición de pregunta y base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Antes de calcular, conviene dejar escrita la pregunta y recortar solo las columnas necesarias. Qué hace: pregunta → recorte → base de trabajo → análisis Para qué sirve: Sirve para evitar notebooks dispersos y para mostrar que el proyecto comienza delimitando el problema.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pregunta → recorte → base de trabajo → análisis.</a:t>
            </a:r>
            <a:br/>
            <a:r>
              <a:t># Para qué sirve: Sirve para evitar notebooks dispersos y para mostrar que el proyecto comienza delimitando el problema.</a:t>
            </a:r>
            <a:br/>
            <a:r>
              <a:t>import pandas as pd</a:t>
            </a:r>
            <a:br/>
            <a:br/>
            <a:r>
              <a:t>df = pd.read_csv("datasets/ventas_tienda.csv")</a:t>
            </a:r>
            <a:br/>
            <a:r>
              <a:t>df["total_neto"] = df["unidades"] * df["precio_unitario"] * (1 - df["descuento_pct"])</a:t>
            </a:r>
            <a:br/>
            <a:br/>
            <a:r>
              <a:t>pregunta = "¿Qué categoría concentra mayor ingreso neto?"</a:t>
            </a:r>
            <a:br/>
            <a:r>
              <a:t>columnas = ["fecha", "sucursal", "categoria", "producto", "medio_pago", "total_neto"]</a:t>
            </a:r>
            <a:br/>
            <a:r>
              <a:t>proyecto = df[columnas].copy()</a:t>
            </a:r>
            <a:br/>
            <a:br/>
            <a:r>
              <a:t>print(pregunta)</a:t>
            </a:r>
            <a:br/>
            <a:r>
              <a:t>print(proyecto.head())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