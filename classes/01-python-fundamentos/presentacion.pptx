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01: Fundamentos de Python aplicados a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Comprender los elementos básicos de Python y aplicarlos a ejemplos pequeños relacionados con datos.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Python se presenta como herramienta para ordenar y transformar información, no como teoría abstracta.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Crear variables claras y expresivas.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Usar listas y diccionarios para representar información.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Escribir funciones simples con propósito evidente.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Variables y tipos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Listas y diccionarios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Funciones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Control de flujo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Variables y tipos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Listas y diccionarios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Funciones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Control de flujo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02 traslada estas bases a tablas con pandas.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Python se presenta como herramienta para ordenar y transformar información, no como teoría abstracta.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Es la base para que el estudiante pueda leer, modificar y comentar código con confianza.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02 traslada estas bases a tablas con pandas.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Función para calcular ingreso bruto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Encapsular una operación en una función evita repetir lógica y facilita explicar cada paso. Qué hace: entrada → calcular → devolver → reutilizar Para qué sirve: Sirve para introducir reutilización, parámetros y retorno usando un ejemplo cercano al análisis de ventas.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entrada → calcular → devolver → reutilizar.</a:t>
            </a:r>
            <a:br/>
            <a:r>
              <a:t># Para qué sirve: Sirve para introducir reutilización, parámetros y retorno usando un ejemplo cercano al análisis de ventas.</a:t>
            </a:r>
            <a:br/>
            <a:r>
              <a:t>def calcular_total_bruto(unidades, precio_unitario):</a:t>
            </a:r>
            <a:br/>
            <a:r>
              <a:t>    # Multiplicamos cantidad por precio para estimar el ingreso bruto.</a:t>
            </a:r>
            <a:br/>
            <a:r>
              <a:t>    return unidades * precio_unitario</a:t>
            </a:r>
            <a:br/>
            <a:br/>
            <a:br/>
            <a:r>
              <a:t>ventas = [</a:t>
            </a:r>
            <a:br/>
            <a:r>
              <a:t>    {"producto": "Mouse", "unidades": 3, "precio_unitario": 8990},</a:t>
            </a:r>
            <a:br/>
            <a:r>
              <a:t>    {"producto": "Teclado", "unidades": 2, "precio_unitario": 15990},</a:t>
            </a:r>
            <a:br/>
            <a:r>
              <a:t>]</a:t>
            </a:r>
            <a:br/>
            <a:br/>
            <a:r>
              <a:t>totales = [calcular_total_bruto(v["unidades"], v["precio_unitario"]) for v in ventas]</a:t>
            </a:r>
            <a:br/>
            <a:r>
              <a:t>print(totales)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