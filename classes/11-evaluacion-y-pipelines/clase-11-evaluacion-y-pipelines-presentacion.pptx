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11: Evaluación y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datasets/estudiantes.csv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Evaluar modelos con mayor rigor y evitar leakage o sobreajuste.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Pasar de un modelo que parece funcionar a un flujo de evaluación más confiable.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Explicar por qué un score único puede ser frágil.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Usar un pipeline con preprocesamiento y modelo.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Leer un score medio de validación cruzada con más criterio.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Validación cruzada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Leakage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Comparación de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1: 20 min | Demostración guiada | Evidencia: Primer bloque entendido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Práctica: 25 min | Ejercicio o quiz del módulo | Evidencia: Entregable corto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Validación cruzada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Pipelines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Leakage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Comparación de score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clase 12 integra todo el recorrido en un proyecto final con cierre.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Pasar de un modelo que parece funcionar a un flujo de evaluación más confiable.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evaluación rigurosa ayuda a distinguir entre una buena demostración y un flujo que realmente generaliza mejor.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clase 12 integra todo el recorrido en un proyecto final con cierre.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Pipeline con validación cruzada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El pipeline encapsula el preprocesamiento junto con el modelo y evita pasos manuales inconsistentes. Qué hace: preprocesar + modelar → validar → comparar Para qué sirve: Sirve para introducir una práctica más robusta sin perder claridad sobre cada componente.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Qué hace: preprocesar + modelar → validar → comparar.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# Para qué sirve: Sirve para introducir una práctica más robusta sin perder claridad sobre cada componente.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cross_val_score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sklearn.pipeline import Pipeline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df = pd.read_csv("datasets/estudiantes.csv")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df["alto_desempeno"] = 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(df["evaluacion_python"] &gt;= 75) &amp; (df["evaluacion_pandas"] &gt;= 75)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).astype(int)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X = df[["asistencia_pct", "evaluacion_python", "evaluacion_pandas", "edad"]]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y = df["alto_desempeno"]</a:t>
            </a:r>
            <a:br/>
            <a:br/>
            <a:r>
              <a:rPr sz="1200" b="0">
                <a:solidFill>
                  <a:srgbClr val="F8FAFC"/>
                </a:solidFill>
                <a:latin typeface="Courier New"/>
              </a:rPr>
              <a:t>pipeline = Pipeline(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    [("scaler", StandardScaler()), ("model", LogisticRegression(max_iter=300))]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scores = cross_val_score(pipeline, X, y, cv=5, scoring="f1")</a:t>
            </a:r>
            <a:br/>
            <a:r>
              <a:rPr sz="1200" b="0">
                <a:solidFill>
                  <a:srgbClr val="F8FAFC"/>
                </a:solidFill>
                <a:latin typeface="Courier New"/>
              </a:rPr>
              <a:t>print(scores.mean())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Código o desarrollo ordenado.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breve conectada con evidencia.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pregunta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explicar la salida sin leer el código completo.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