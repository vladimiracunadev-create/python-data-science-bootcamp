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137 — LSTM, GRU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Tackling Short-Term Memory Problems.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**LSTM** (Hochreiter &amp; Schmidhuber 1997) y **GRU** (Cho et al. 2014) — celdas recurrentes con **gates** que solucionan el vanishing gradient de SimpleRNN: la información puede fluir sin atenuación por la **cell state**, y los gates aprenden qué olvidar, recordar y emitir.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los 3 gates de LSTM: forget, input, output, y la cell state que viaja "horizontal".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Tackling Short-Term Memory Problems.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LSTM (Hochreiter &amp; Schmidhuber 1997) y GRU (Cho et al. 2014) — celdas recurrentes con gates que solucionan el vanishing gradient de SimpleRNN: la información puede fluir sin atenuación por la cell state, y los gates aprenden qué olvidar, recordar y emitir.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los 3 gates de LSTM: forget, input, output, y la cell state que viaja "horizontal".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LSTM (3 gates + 2 estados) de GRU (2 gates + 1 estado, más simple, casi igual de bueno).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keras.layers.LSTM y keras.layers.GRU con return_sequences, return_state, recurrent_dropout.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Bidirectional cuando la tarea lo permite.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con T &gt; 100, incluso LSTM lucha — preferir Transformers.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Cell state c_t (memoria larga) vs hidden state h_t (memoria corta).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Forget gate: cuánto borrar de c_{t-1}.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Input gate: cuánto agregar nuevo a c_t.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Output gate: cuánto exponer en h_t.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GRU: combina forget e input en una sola "update gate".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Bidirectional + stacked LSTMs como receta clásica pre-Transformers.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El target depende del PRIMER y del ÚLTIMO paso -&gt; requiere memoria a 100 pasos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T, F = 100, 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r.standard_normal((2000, T, F)).astype("float32")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((X[:, 0, 0] + X[:, -1, 0]) &gt; 0).astype("float32")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print("X:", X.shape, "| balance de clases:", round(float(y.mean()), 3))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LSTM vs SimpleRNN: en una serie de 100 pasos con dependencia long-range, comparar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GRU vs LSTM: misma tarea,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Stacked: 2-3 capas LSTM apiladas con return_sequences=True en las primeras.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Bidirectional: para sentimiento IMDB, comparar LSTM vs Bidirectional(LSTM).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cuDNN check: medir velocidad LSTM vanilla vs con recurrent_dropout (desactiva cuDNN).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Tokenizar con TextVectorization(max_tokens=20_000, output_sequence_length=200).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Embedding(20_000, 128) → Bidirectional(LSTM(64)) → Dense(64) → Dense(1, sigmoid).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5 épocas.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y comparar contra una baseline Dense sin RNN.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Tackling Short-Term Memory Problems.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Hochreiter &amp; Schmidhuber (1997), Long Short-Term Memory, Neural Computation.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Cho et al. (2014), Learning Phrase Representations using RNN Encoder–Decoder (GRU), EMNLP.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Chung et al. (2014), Empirical Evaluation of Gated Recurrent Neural Networks.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138 — 1D CNNs y WaveNet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