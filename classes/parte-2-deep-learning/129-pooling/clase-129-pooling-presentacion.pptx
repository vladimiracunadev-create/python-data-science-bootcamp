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129 — Pooling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Pooling Layers. 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**pooling** — operación sin parámetros que reduce dimensiones espaciales: `MaxPooling2D`, `AveragePooling2D`, `GlobalAveragePooling2D`. Saber que max-pool agrega **invariancia local a translación** y reduce cómputo de capas posteriores. Comparar contra el approach moderno (stride &gt; 1 en Conv).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Aplicar MaxPooling2D(2), AveragePooling2D(2), GlobalAveragePooling2D() y conocer sus shapes de salida.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14 § Pooling Layers. 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pooling — operación sin parámetros que reduce dimensiones espaciales: MaxPooling2D, AveragePooling2D, GlobalAveragePooling2D. Saber que max-pool agrega invariancia local a translación y reduce cómputo de capas posteriores. Comparar contra el approach moderno (stride &gt; 1 en Conv).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MaxPooling2D(2), AveragePooling2D(2), GlobalAveragePooling2D() y conocer sus shapes de salida.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max-pool (preserva la característica más fuerte) de average-pool (promedio espacial).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GlobalAveragePooling2D antes de la cabeza Dense (estándar en CNN modernas — reemplaza Flatten).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que pooling no tiene parámetros entrenables (es solo una reducción).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que ResNet/ConvNeXt usan stride en lugar de pool intermedio.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MaxPool: ventana k×k → toma el máximo. Default pool_size=2, strides=2 → halve H y W.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AvgPool: promedio de la ventana. Suaviza.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GlobalAvgPool: una sola activación por feature map → (batch, channels).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Invariancia a translación local: si el feature se mueve 1 px, el max no cambia.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Pool vs stride: equivalentes en muchos casos; tendencia moderna es eliminar pool intermedio.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entrada = keras.Input(shape=(28, 28, 32))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 = layers.MaxPooling2D(pool_size=2)(entrada)   # strides=2 por defecto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print("MaxPooling2D(2):", entrada.shape, "-&gt;", y.shape)   # (None, 14, 14, 32)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MaxPool shape: aplicar MaxPool(2) a tensor (1, 28, 28, 32).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MaxPool vs AvgPool: con la misma CNN, intercambiar y comparar accuracy en Fashion-MNIST.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GlobalAvgPool reemplaza Flatten: arquitectura Conv → Conv → GlobalAvgPool → Dense(10) vs Conv → Conv → Flatten → Dense(128) → Dense(10).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Pool vs stride: comparar Conv(stride=1) → Pool(2) vs Conv(stride=2) (sin pool).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padding='same' en pool: comportamiento si H es impar.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Conv(32) → MaxPool → Conv(64) → MaxPool → Flatten → Dense(128) → Dense(10).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Conv(32) → MaxPool → Conv(64) → MaxPool → GlobalAvgPool → Dense(10).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Conv(32, stride=2) → Conv(64, stride=2) → GlobalAvgPool → Dense(10) (sin pool).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14 — Pooling Layers.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MaxPooling2D.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Springenberg et al. (2015), Striving for Simplicity: The All Convolutional Net — argumenta eliminar pool intermedio.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130 — Arquitecturas CNN: LeNet, AlexNet, VGG, GoogLeNet, ResNet, Xception, SENet, EfficientNet, ConvNeXt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