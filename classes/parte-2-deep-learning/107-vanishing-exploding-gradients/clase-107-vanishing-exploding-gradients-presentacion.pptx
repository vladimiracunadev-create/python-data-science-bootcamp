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107 — Vanishing/exploding gradients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11 § The Vanishing/Exploding Gradients Problems.  Duración estimada: 70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Entender el problema central que estancó el Deep Learning hasta 2010: cuando un gradiente atraviesa muchas capas, **se desvanece** (sigmoid/tanh saturadas → multiplicas números &lt; 1 muchas veces → ≈ 0) o **explota** (pesos grandes → &gt; 1 muchas veces → ∞). Identificar los 4 culpables (activación, inicialización, profundidad, LR) y conocer las soluciones que destrabaron el campo: **Glorot/He init** (097), **ReLU y variantes** (098), **BatchNorm** (099), **Gradient clipping** (100).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Diagnosticar vanishing gradient: gradients en capas tempranas con norma ~ 1e-8.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11 § The Vanishing/Exploding Gradients Problems.  Duración estimada: 70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Entender el problema central que estancó el Deep Learning hasta 2010: cuando un gradiente atraviesa muchas capas, se desvanece (sigmoid/tanh saturadas → multiplicas números &lt; 1 muchas veces → ≈ 0) o explota (pesos grandes → &gt; 1 muchas veces → ∞). Identificar los 4 culpables (activación, inicialización, profundidad, LR) y conocer las soluciones que destrabaron el campo: Glorot/He init (097), ReLU y variantes (098), BatchNorm (099), Gradient clipping (100).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Diagnosticar vanishing gradient: gradients en capas tempranas con norma ~ 1e-8.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Diagnosticar exploding: loss = nan o gradients con norma ~ 1e+10.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Inspeccionar gradientes con tf.GradientTape + tf.norm.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Mapear cada solución al problema: init para arrancar bien, ReLU para no saturar, BN para estabilizar, clipping para evitar explosión.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por qué sigmoid en MLPs profundos no escala (derivada máx. 0.25 → gradiente decae rápido).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Backprop como producto de derivadas a lo largo de capas.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Sigmoid: σ(x) · (1 - σ(x)) máxima 0.25 en x=0; satura a 0 en colas.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Tanh: derivada máx. 1, pero también satura.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ReLU: derivada 0 o 1 — no decae al multiplicar, pero genera "dying ReLU".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Inicialización mala: pesos N(0, 1) → activaciones explotan; pesos N(0, 0.01) → vanishing.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BatchNorm: normaliza dentro del forward pass para que cada capa reciba inputs con varianza controlada.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En las colas (|x| &gt; 5) la derivada σ(x)·(1-σ(x)) es ≈ 0. Multiplicar 0.25 diez veces ya aniquila el gradiente.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tensorflow.keras import layers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keras.utils.set_random_seed(42)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 = np.linspace(-10, 10, 500)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sig = 1 / (1 + np.exp(-x))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dsig = sig * (1 - sig)                       # derivada de la sigmoide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print("derivada máxima:", round(dsig.max(), 4), "en x =", round(x[dsig.argmax()], 2))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print("(0.25)^10 =", 0.25 ** 10, "→ 10 capas sigmoide casi anulan el gradiente")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Diagnóstico vanishing: entrenar un MLP de 10 capas con sigmoid activations e init default.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Mismo experimento con ReLU: comparar gradients.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Exploding: forzar init RandomNormal(stddev=5).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Norma del gradiente por capa: con tf.GradientTape, calcular tf.norm(g) para cada peso y graficar a lo largo del entrenamiento.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Solución sencilla: cambiar a He init + ReLU + BatchNorm y mostrar que el problema desaparece (anticipa las siguientes 4 clases).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Sigmoid + Glorot init.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ReLU + Glorot init.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ReLU + He init.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ReLU + He init + BatchNorm.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11 — Training Deep Neural Networks.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Hochreiter (1991), thesis — primera descripción del vanishing gradient.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Bengio, Simard &amp; Frasconi (1994), Learning Long-Term Dependencies with Gradient Descent is Difficult.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Glorot &amp; Bengio (2010), Understanding the difficulty of training deep feedforward neural networks, AISTATS.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108 — Inicialización (Glorot, He)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