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172 — Entrenamiento multi-dispositivo, tf.distribute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Training Models Across Multiple Devices.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Escalar el training a múltiples GPUs (y multi-nodos). Conocer las 3 estrategias TF: **MirroredStrategy** (1 nodo, varias GPUs), **MultiWorkerMirroredStrategy** (varios nodos), **TPUStrategy**. Conocer equivalentes PyTorch (**DDP**, **FSDP**) que son estándar para LLMs grandes.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MirroredStrategy en un único nodo con N GPUs.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Training Models Across Multiple Devices.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Escalar el training a múltiples GPUs (y multi-nodos). Conocer las 3 estrategias TF: MirroredStrategy (1 nodo, varias GPUs), MultiWorkerMirroredStrategy (varios nodos), TPUStrategy. Conocer equivalentes PyTorch (DDP, FSDP) que son estándar para LLMs grandes.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MirroredStrategy en un único nodo con N GPUs.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data parallelism: cada GPU procesa su mini-batch, gradients se promedian (all-reduce).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de model parallelism (modelo dividido entre GPUs) y pipeline parallelism.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FSDP (Fully Sharded Data Parallel) para modelos demasiado grandes para 1 GPU (LLMs).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que PyTorch Lightning abstrae todo esto cambiando un kwarg.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parallelism: misma red replicada, distinto batch por GPU.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parallelism: red dividida (tensor parallel, pipeline parallel).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FSDP / DeepSpeed ZeRO: shard de parámetros, gradientes, optimizer states.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TF: MirroredStrategy, MultiWorkerMirroredStrategy, TPUStrategy.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PyTorch: DistributedDataParallel, FullyShardedDataParallel, DeepSpeed.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 / Accelerate: abstracciones de alto nivel.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Cada GPU tiene una réplica del modelo, procesa un mini-batch distinto, y los gradientes se promedian con all-reduce. Todo se construye dentro de strategy.scope().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strategy = tf.distribute.MirroredStrategy()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print("replicas en sync:", strategy.num_replicas_in_sync)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with strategy.scope():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model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keras.layers.Dense(256,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model.compile(optimizer="adam", loss="sparse_categorical_crossentropy",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metrics=["accuracy"])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print("modelo replicado en todas las GPUs del nodo")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MirroredStrategy: strategy = tf.distribute.MirroredStrategy().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effective: si tenés 4 GPUs y batch_size=32, el batch global es 128.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accumulation: simular batch=512 acumulando 4 mini-batches de 128.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DDP: comando torchrun --nproc_per_node=4 train.py con DistributedDataParallel(model).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Lightning: trainer = L.Trainer(strategy='ddp', devices=4).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Mismo modelo en single-GPU vs MirroredStrategy(2 GPUs).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wall-time por epoch.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que la accuracy final es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19 — Training Models Across Multiple Devices.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tf.distribute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DDP, FSDP.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DeepSpeed.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Rajbhandari et al. (2020), ZeRO: Memory Optimizations Toward Training Trillion Parameter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173 — JAX y Flax: el stack moderno de Google para 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