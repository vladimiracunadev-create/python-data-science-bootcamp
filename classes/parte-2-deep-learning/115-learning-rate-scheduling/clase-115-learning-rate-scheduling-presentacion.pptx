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115 — Learning rate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Learning Rate Scheduling.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**variar el LR durante el entrenamiento** —no dejarlo fijo— porque ningún LR es óptimo en todas las fases. Aplicar las 4 estrategias estándar: **step decay**, **exponential decay**, **cosine annealing** (default moderno), y **warmup + decay** (estándar en Transformers).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Configurar keras.optimizers.schedules.CosineDecay y pasarlo como learning_rate= al optimizer.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Learning Rate Scheduling.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variar el LR durante el entrenamiento —no dejarlo fijo— porque ningún LR es óptimo en todas las fases. Aplicar las 4 estrategias estándar: step decay, exponential decay, cosine annealing (default moderno), y warmup + decay (estándar en Transformers).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keras.optimizers.schedules.CosineDecay y pasarlo como learning_rate= al optimizer.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ExponentialDecay, PiecewiseConstantDecay y CosineDecayRestarts.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warmup lineal + cosine — receta default en BERT/GPT.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ReduceLROnPlateau (reactivo) vs schedule (proactivo).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Graficar la curva de LR a lo largo del entrenamiento para verificar.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LR fijo: arrancás bien, terminás demasiado alto para refinar.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Step decay: cortar LR cada N épocas. Simple, anticuado.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Exponential decay: lr = lr_0 · γ^t.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Cosine annealing (Loshchilov &amp; Hutter 2017): lr = 0.5·lr_0·(1 + cos(πt/T)).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Warmup: empezar bajo y subir linealmente las primeras X steps. Esencial en Transformers.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One-cycle policy (Smith 2018): warmup + cosine descent + tail decay.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schedule se pasa directamente como learning_rate= del optimizer.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exp = keras.optimizers.schedules.ExponentialDecay(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initial_learning_rate=1e-3, decay_steps=1000, decay_rate=0.9)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print("LR exponencial en steps 0, 1000, 5000:",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[round(float(exp(s)), 6) for s in (0, 1000, 5000)])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opt = keras.optimizers.Adam(learning_rate=exp)      # el schedule vive dentro del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Schedule básica: lr = CosineDecay(initial_learning_rate=1e-3, decay_steps=10_000); Adam(learning_rate=lr).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el LR: para una schedule, evaluarla en steps 0, 100, 1000, 5000, 10000 y graficar.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Warmup + Cosine: implementar custom callback (o usar CosineDecay(warmup_steps=...) en Keras 3) y entrenar un Transformer chico (anticipo).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ReduceLROnPlateau: alternativa reactiva — ReduceLROnPlateau(factor=0.5, patience=3).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One-cycle: implementar con LearningRateScheduler callback.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3 modelos con la misma arquitectura: (a) LR fijo 1e-3, (b) ExponentialDecay, (c) CosineDecay(warmup_steps=100).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val_accuracy y graficar las curvas de loss + LR.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Concluir qué schedule produjo mejor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11 — Learning Rate Scheduling.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Loshchilov &amp; Hutter (2017), SGDR: Stochastic Gradient Descent with Warm Restarts,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Smith (2018), Super-Convergence: Very Fast Training of Neural Networks Using Large Learning Rates.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LR schedules.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116 — Regularización: L1/L2, dropout, max-norm, MC dropout (+ Stochastic Depth, DropPath)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