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145 — Hugging Face Transformers (uso práctico)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2 — Deep Learning · Fuente: HuggingFace docs + Géron, cap. 16 § Pretrained Transformer Models.  Duración estimada: 80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rPr sz="2200" b="1">
                <a:solidFill>
                  <a:srgbClr val="0F172A"/>
                </a:solidFill>
                <a:latin typeface="Segoe UI Semibold"/>
              </a:rPr>
              <a:t>Dominar **Hugging Face Transformers** — la librería estándar de la industria para usar modelos preentrenados (BERT, GPT, T5, Llama, Whisper, ViT...). Aprender el **pipeline** API (one-liner para 90 % de los casos), el **Trainer** API (fine-tuning con muy poco código) y los componentes manuales (Tokenizer + Model + DataLoader).</a:t>
            </a:r>
          </a:p>
          <a:p>
            <a:pPr>
              <a:defRPr sz="1500" b="0">
                <a:solidFill>
                  <a:srgbClr val="475569"/>
                </a:solidFill>
                <a:latin typeface="Segoe UI"/>
              </a:defRPr>
            </a:pPr>
            <a:r>
              <a:rPr sz="1500" b="0">
                <a:solidFill>
                  <a:srgbClr val="475569"/>
                </a:solidFill>
                <a:latin typeface="Segoe UI"/>
              </a:rPr>
              <a:t>Al cierre: Usar pipeline('sentiment-analysis'), pipeline('summarization'), pipeline('zero-shot-classification'), etc. en 1 línea.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🎯 Objetivo · 📚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2 — Deep Learning · Fuente: HuggingFace docs + Géron, cap. 16 § Pretrained Transformer Models.  Duración estimada: 80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Dominar Hugging Face Transformers — la librería estándar de la industria para usar modelos preentrenados (BERT, GPT, T5, Llama, Whisper, ViT...). Aprender el pipeline API (one-liner para 90 % de los casos), el Trainer API (fine-tuning con muy poco código) y los componentes manuales (Tokenizer + Model + DataLoader).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Usar pipeline('sentiment-analysis'), pipeline('summarization'), pipeline('zero-shot-classification'), etc. en 1 línea.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Cargar manualmente: tokenizer = AutoTokenizer.from_pretrained('bert-base-uncased'), model = AutoModelForSequenceClassification.from_pretrained('...').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Tokenizar con tokenizer(texts, padding=True, truncation=True, return_tensors='pt').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Fine-tunear con Trainer sobre un dataset propio.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Reconocer el Hub (huggingface.co/models) como catálogo de + de 500k modelos.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🗺️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pipeline API: lo más fácil. Tareas: sentiment, NER, QA, summarization, translation, fill-mask, zero-shot, etc.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AutoTokenizer + AutoModel*: API manual flexible.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Tokenizers: BPE, WordPiece, SentencePiece, tiktoken.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Trainer + TrainingArguments: fine-tuning con 20 líneas.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Hub: descubrir modelos, datasets, spaces.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datasets library: cargar datasets, preprocesar.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📖 Definiciones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Conceptos a fijar antes de la práctica.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Ver README de la clase.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💻 Código de muestra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try: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import transformers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from transformers import pipeline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HAS_TF = True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print('transformers:', transformers.__version__)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except Exception as e: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HAS_TF = False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print('transformers no instalado. No se descargan modelos. Motivo:', type(e).__name__)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np.random.seed(42)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🧪 Ejercicios · 📝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pipeline one-liner: pipe = pipeline('sentiment-analysis'); pipe('I loved this movie!').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Zero-shot classification: pipeline('zero-shot-classification')(text, candidate_labels=['sports', 'politics', 'tech']).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Manual: tokenizar texto con bert-base-uncased.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Modelo + forward: outputs = model(**inputs).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Tokenizer especiales: tokenizer.decode([101, 7592, 102]) → '[CLS] hello [SEP]'.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load_dataset('imdb').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Tokenizar con tokenizer(texts, truncation=True, padding='max_length', max_length=256).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AutoModelForSequenceClassification.from_pretrained(..., num_labels=2).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TrainingArguments(output_dir, num_train_epochs=2, per_device_train_batch_size=16, eval_strategy='epoch').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Trainer(...).train().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🔗 Referencias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Bibliografía y docs oficiales.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Hugging Face Transformers docs.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Hugging Face course — el mejor recurso gratuito para empezar.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Wolf et al. (2020), Transformers: State-of-the-Art Natural Language Processing, EMNLP demo.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Siguiente paso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Cierre de la clase.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 Semibold"/>
              </a:defRPr>
            </a:pPr>
            <a:r>
              <a:rPr sz="2400" b="1">
                <a:solidFill>
                  <a:srgbClr val="0F172A"/>
                </a:solidFill>
                <a:latin typeface="Segoe UI Semibold"/>
              </a:rPr>
              <a:t>Clase 146 — CLIP, SigLIP: multimodal embeddings (visión + texto)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