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106 — Ray Tune: HPO distribuido y a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Liaw et al. (2018) Ray Tune + Ray docs.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Escalar hyperparameter tuning de DL a cluster con **Ray Tune** — el framework distribuido que la industria (Uber, Anyscale, OpenAI) usa cuando los trials toman horas y se necesitan decenas en paralelo. Cubrir orquestación, schedulers modernos (**ASHA**, **PBT** Population Based Training), integración con **W&amp;B**, **MLflow**, y combinación con **Optuna** como search algorithm.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trainable(config) y reportar progreso con tune.report(loss=...).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Liaw et al. (2018) Ray Tune + Ray docs.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Escalar hyperparameter tuning de DL a cluster con Ray Tune — el framework distribuido que la industria (Uber, Anyscale, OpenAI) usa cuando los trials toman horas y se necesitan decenas en paralelo. Cubrir orquestación, schedulers modernos (ASHA, PBT Population Based Training), integración con W&amp;B, MLflow, y combinación con Optuna como search algorithm.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trainable(config) y reportar progreso con tune.report(loss=...).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ASHA (Async Successive Halving) para podar trials malos.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Population Based Training (PBT) para evolución de hyperparams durante training.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Asignar recursos: resources_per_trial={'cpu': 2, 'gpu': 1}.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OptunaSearch como search algorithm + Ray Tune como orchestrator.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Ray cluster: local vs multi-node.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Trainable: function-based vs class-based.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ASHA scheduler — async successive halving.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PBT — evoluciona hyperparams + checkpoints.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BOHB — Bayesian opt + Hyperband.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Loggers: TensorBoard, W&amp;B, MLflow.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Ray puede ser pesado de instalar en Windows. Usamos try/except y caemos a Optuna como fallback (mismo concepto).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Función objetivo de juguete: paraboloide 2D con mínimo desplazado en (2, -1)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objective(config):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 = config['x'], config['y']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# noise simula stochasticidad de entrenamiento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noise = np.random.normal(0, 0.05)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(x - 2)**2 + (y + 1)**2 + noise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print('óptimo conocido: (x=2, y=-1) → loss=0')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Trainable básico: train de CNN con metric report each epoch.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ASHA: ASHAScheduler(metric='val_loss', mode='min', max_t=20, grace_period=3).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PBT: 8 workers, copy + perturb each 5 epochs.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OptunaSearch + ASHA: combination — Optuna sugiere, ASHA poda.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Resources: gpus_per_trial=0.5 (fractional GPU sharing).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Tunear LR, batch_size, dropout con Ray Tune.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50 trials, ASHA, OptunaSearch.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W&amp;B logging.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mejor config + tiempo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Liaw et al. (2018), Tune: A Research Platform for Distributed Model Selection and Training.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 et al. (2018), ASHA.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Jaderberg et al. (2017), Population Based Training, DeepMind.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Ray Tune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107 — Vanishing/exploding gradients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