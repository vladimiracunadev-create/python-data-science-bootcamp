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135 — RNNs: neuronas recurrentes, BPTT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Recurrent Neurons and Layers.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las **redes recurrentes (RNN)** — la primera arquitectura para secuencias: misma celda aplicada en cada timestep, **estado oculto** `h_t` que acumula contexto, y **BPTT (Backpropagation Through Time)** que entrena estos modelos. Reconocer sus limitaciones (vanishing en secuencias largas) que motivaron LSTM (clase 120) y eventualmente Transformers.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la ecuación h_t = tanh(W_h · h_{t-1} + W_x · x_t + b).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15 § Recurrent Neurons and Layers.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las redes recurrentes (RNN) — la primera arquitectura para secuencias: misma celda aplicada en cada timestep, estado oculto h_t que acumula contexto, y BPTT (Backpropagation Through Time) que entrena estos modelos. Reconocer sus limitaciones (vanishing en secuencias largas) que motivaron LSTM (clase 120) y eventualmente Transformers.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la ecuación h_t = tanh(W_h · h_{t-1} + W_x · x_t + b).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keras.layers.SimpleRNN(units=N, return_sequences=False|True).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return_sequences=False (un único output al final) vs True (output por timestep).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BPTT truncado (longitud máxima de window).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una RNN simple es suficiente (secuencias cortas, &lt; 20 pasos) y cuándo necesitás LSTM/Transformer.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Estado oculto h_t como memoria.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Unfolding: la RNN como red feedforward muy profunda en el tiempo.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BPTT: gradientes a través de cada paso temporal.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Vanishing/exploding en secuencias largas (compounding multiplicativo).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BPTT truncado.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h_t = tanh(W_x·x_t + W_h·h_{t-1} + b) — misma celda en cada paso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T, n_x, n_h = 5, 3, 4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Wx = rng.standard_normal((n_h, n_x)) * 0.1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Wh = rng.standard_normal((n_h, n_h)) * 0.1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np.zeros(n_h)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xs = rng.standard_normal((T, n_x))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 = np.zeros(n_h)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 = []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t in range(T):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 = np.tanh(Wx @ xs[t] + Wh @ h + b)   # el estado se realimenta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H.append(h)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 = np.stack(H)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print("estados h_t:", H.shape)             # (T, n_h)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SimpleRNN básico: predecir el siguiente valor de sin(t).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return_sequences=True: apilar 2 RNN, primera con return_sequences=True, segunda sin.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Predicción de N pasos adelante: iterar prediciendo, alimentando la predicción anterior como nuevo input.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BPTT truncado: con secuencia de 200 pasos, comparar BPTT completo vs truncado a 20.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Vanishing demo: usar SimpleRNN con secuencias de 100 pasos.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5 000 pasos de sin(0.01·t) + N(0, 0.05).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samples de longitud 50 → predecir el paso 51.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SimpleRNN [20] + Dense(1).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Evaluar MAE en test y graficar predicción vs realidad.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15 — Recurrent Neural Networks.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Pascanu et al. (2013), On the difficulty of training RNNs.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RNN guide.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136 — Forecasting de series con RNN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