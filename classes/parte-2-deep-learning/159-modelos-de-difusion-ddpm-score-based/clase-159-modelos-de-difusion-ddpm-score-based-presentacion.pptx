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159 — Modelos de difusión (+ Stable Diffusion XL, ControlNet, LCM)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Géron, cap. 17 § Diffusion Models + Ho et al. (2020) DDPM + papers SDXL, ControlNet, LCM.  Duración estimada: 105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Entender **modelos de difusión** — la familia que destronó a GANs en 2022 (DALL-E 2, Stable Diffusion, Midjourney). Idea: **forward process** agrega ruido gaussiano gradualmente; **reverse process** (aprendido) lo elimina paso a paso. Conocer **DDPM** clásico, **latent diffusion** (Stable Diffusion), **ControlNet** para condicionamiento espacial, **LCM** (Latent Consistency Models) para inference rápida.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Implementar un DDPM sencillo: forward q(x_t | x_0), U-Net que predice el ruido ε_θ(x_t, t).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Géron, cap. 17 § Diffusion Models + Ho et al. (2020) DDPM + papers SDXL, ControlNet, LCM.  Duración estimada: 105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Entender modelos de difusión — la familia que destronó a GANs en 2022 (DALL-E 2, Stable Diffusion, Midjourney). Idea: forward process agrega ruido gaussiano gradualmente; reverse process (aprendido) lo elimina paso a paso. Conocer DDPM clásico, latent diffusion (Stable Diffusion), ControlNet para condicionamiento espacial, LCM (Latent Consistency Models) para inference rápida.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Implementar un DDPM sencillo: forward q(x_t | x_0), U-Net que predice el ruido ε_θ(x_t, t).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el sampling DDPM: 1000 steps de denoising desde x_T ~ N(0,I).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Reconocer latent diffusion: aplicar difusión en el espacio comprimido de un VAE (1/64 del tamaño) → 8× más rápido.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Usar Stable Diffusion XL con diffusers library: prompt → imagen en 3 líneas.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ControlNet para condicionar generación en pose, edge, depth, segmentation.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Forward process: q(x_t | x_{t-1}) = N(√(1-β_t) x_{t-1}, β_t I).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Closed form: q(x_t | x_0) = N(√α̅_t · x_0, (1-α̅_t) I).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Loss simple (Ho 2020): MSE(ε, ε_θ(x_t, t)) — predecir el ruido.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U-Net architecture (encoder-decoder con skip connections).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Sampling DDPM vs DDIM vs DPM-Solver: 1000 → 50 → 20 steps.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Complemento moderno: Stable Diffusion XL, ControlNet, LCM/Turbo.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Primer bloque ejecutable del notebook.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np.random.seed(42)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try: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import tensorflow as tf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from tensorflow import keras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from tensorflow.keras import layers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HAS_TF = True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except Exception as e: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HAS_TF = False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x_0: una senal 1D limpia (haria las veces de imagen)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x0 = np.sin(np.linspace(0, 4 * np.pi, 64)).astype('float32')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print('x0 shape:', x0.shape)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DDPM en MNIST: U-Net chico + DDPM scheduler.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SDXL inference: cargar SDXL y generar 4 imágenes desde prompts.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CFG: variar guidance_scale ∈ {1, 5, 15}.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ControlNet Canny: tomar una foto, extraer bordes con OpenCV, generar variantes condicionadas con SDXL+ControlNet.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LCM: comparar SDXL base (30 steps) vs SDXL + LCM-LoRA (4 steps).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Imagen base (e.g., una foto de un edificio).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Extraer Canny con OpenCV.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Generar 3 variantes con SDXL+ControlNet con prompts distintos.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Comparar tiempo SDXL vs SDXL+LCM.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Géron, cap. 17 — Diffusion Models.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Ho, Jain &amp; Abbeel (2020), Denoising Diffusion Probabilistic Models, NeurIPS.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Rombach et al. (2022), Stable Diffusion, CVPR.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Zhang, Rao &amp; Agrawala (2023), ControlNet, ICCV.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Luo et al. (2023), Latent Consistency Models.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diffusers docs.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160 — Stable Diffusion XL + ControlNet en profundidad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