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174 — Entrenamiento a escala con Vertex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19 § Running Large Training Jobs on Vertex AI + docs Vertex AI Training.  Duración estimada: 65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Cierre del bloque de despliegue: lanzar **training jobs a escala en Vertex AI** (GCP managed) — cluster automático, GPUs/TPUs on-demand, hyperparameter tuning distribuido. Conocer alternativas: **AWS SageMaker Training**, **Azure ML Jobs**, y **plataformas dedicadas a LLMs** (Modal, Together AI).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Empaquetar un training script como Docker container.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19 § Running Large Training Jobs on Vertex AI + docs Vertex AI Training.  Duración estimada: 65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Cierre del bloque de despliegue: lanzar training jobs a escala en Vertex AI (GCP managed) — cluster automático, GPUs/TPUs on-demand, hyperparameter tuning distribuido. Conocer alternativas: AWS SageMaker Training, Azure ML Jobs, y plataformas dedicadas a LLMs (Modal, Together AI).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Empaquetar un training script como Docker container.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Lanzar un Custom Training Job en Vertex AI con gcloud ai custom-jobs create.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HP tuning con Vertex AI Vizier.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TPU Pods para training distribuido extremo.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Conocer alternativas cloud-agnostic (Modal, Together, RunPod).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Custom container vs prebuilt container en Vertex.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WorkerPoolSpec: master + workers + parameter servers.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TPU pods para training a escala.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Hyperparameter tuning con Vizier (Bayesian search).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Costos: GPU/TPU hours.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Alternativas: SageMaker, Modal, Together, RunPod, Lambda Labs.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from google.cloud import aiplatform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GCP_OK = True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Exception: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GCP_OK = False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print("google-cloud-aiplatform no instalado -&gt; se muestra la API (no se ejecuta)")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IMAGE = "us-central1-docker.pkg.dev/PROY/repo/train:v1"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worker_pool_specs = [{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"machine_spec": {"machine_type": "n1-standard-8",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 "accelerator_type": "NVIDIA_TESLA_T4",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 "accelerator_count": 1},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"replica_count": 1,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"container_spec": {"image_uri": IMAGE},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}]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if GCP_OK: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aiplatform.init(project="mi-proyecto", location="us-central1")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job = aiplatform.CustomJob(display_name="fashion-exp1",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           worker_pool_specs=worker_pool_specs)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Dockerize: escribir Dockerfile con TF + tu training script.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Lanzar job: aiplatform.CustomJob(display_name='exp1', worker_pool_specs=[...]).run().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HP tuning: HyperparameterTuningJob con Vizier; 20 trials.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Multi-GPU spec: machine_type='a2-highgpu-4g' (4× A100).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TensorBoard integration: Vertex TB para monitor.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Containerizar.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Job de 1 GPU (n1-standard-4 + T4).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Logs y output a GCS.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Verificar accuracy similar a entrenamiento local.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19 — Running Large Training Jobs on Vertex AI.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Vertex AI Training docs.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SageMaker Training.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Modal, Together AI, RunPod.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Pasar a la práctica con el notebook.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