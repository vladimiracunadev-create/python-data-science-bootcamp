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162 — Policy gradients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18 § Policy Gradients + Sutton &amp; Barto, cap. 13.  Duración estimada: 70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Implementar **policy gradient** —**REINFORCE** (Williams 1992)—: parametrizar la policy con una red neuronal `π_θ(a|s)`, optimizar directamente la expected return via gradiente. Es el método más simple de RL que usa redes y la base conceptual de PPO/A2C/A3C (clase 138).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Definir la policy como red state → softmax(actions).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18 § Policy Gradients + Sutton &amp; Barto, cap. 13.  Duración estimada: 70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Implementar policy gradient —REINFORCE (Williams 1992)—: parametrizar la policy con una red neuronal π_θ(a|s), optimizar directamente la expected return via gradiente. Es el método más simple de RL que usa redes y la base conceptual de PPO/A2C/A3C (clase 138).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la policy como red state → softmax(actions).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el gradiente REINFORCE: ∇θ J = E[∇θ log π_θ(a|s) · G_t].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el training loop: rollout → calcular returns → gradient ascent.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baseline (substraer V(s) de G_t) para reducir varianza.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 limitación: alta varianza, lento (motiva A2C/PPO).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Expected return J(θ) = E_π[G].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Policy gradient theorem: ∇θ J = E[∇θ log π · Q].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REINFORCE algorithm: rollout completo + apply gradient.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Baseline para reducir varianza.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Discounted returns con 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tf.random.set_seed(42)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TF_OK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print("tensorflow", tf.__version__)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TF_OK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print("tensorflow no instalado -&gt; se muestra la API de Keras (no se ejecuta)")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if TF_OK: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policy = keras.Sequential([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keras.Input(shape=(4,)),                       # state de CartPole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keras.layers.Dense(32, activation="relu"),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keras.layers.Dense(32, activation="relu"),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keras.layers.Dense(2, activation="softmax"),   # prob por accion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Policy network: Dense(32) → Dense(32) → Dense(2, softmax) para CartPole.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Rollout: ejecutar 1 episodio, guardar (s, a, r) por timestep.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Returns: calcular G_t para cada timestep con γ=0.99.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Gradient step: loss = -Σ log π(a_t|s_t) · G_t; backward; apply.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 baseline: agregar V(s) head, restar de G antes del gradient.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Policy Dense(64) → Dense(64) → Dense(2, softmax).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Train 500 episodios.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return medio por época.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con/sin baseline.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18 — Policy Gradients.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Williams (1992), Simple Statistical Gradient-Following Algorithms (REINFORCE).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Sutton &amp; Barto (2018), cap. 13.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163 — Markov Decision Processes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