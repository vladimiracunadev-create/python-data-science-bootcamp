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100 — Perceptrón, MLP y backpropagation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From Biological to Artificial Neurons.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la unidad fundamental del Deep Learning: la **neurona artificial** (perceptrón de Rosenblatt 1957), por qué un solo perceptrón **no puede aprender XOR**, cómo el **MLP** (Multi-Layer Perceptron) lo resuelve apilando capas con activaciones no lineales, y cómo **backpropagation** (regla de la cadena) permite calcular gradientes en cualquier grafo computacional — el algoritmo que destrabó el Deep Learning moderno.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Implementar a mano un perceptrón (y = step(w·x + b)) y mostrar por qué no separa XOR.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From Biological to Artificial Neurons.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la unidad fundamental del Deep Learning: la neurona artificial (perceptrón de Rosenblatt 1957), por qué un solo perceptrón no puede aprender XOR, cómo el MLP (Multi-Layer Perceptron) lo resuelve apilando capas con activaciones no lineales, y cómo backpropagation (regla de la cadena) permite calcular gradientes en cualquier grafo computacional — el algoritmo que destrabó el Deep Learning moderno.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a mano un perceptrón (y = step(w·x + b)) y mostrar por qué no separa XOR.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MLP con keras.Sequential([Dense(...), Dense(...)]) y entrenarlo sobre un dataset simple.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forward pass (compute layer by layer) y backward pass (propagar gradientes con la regla de la cadena).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a mano los gradientes para un MLP de 2 capas con una sola muestra.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la diferenciación automática (autograd) hace innecesario derivar a mano para modelos arbitrarios.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Perceptrón clásico (Rosenblatt 1957)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 problema XOR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MLP: input → hidden → output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Activación no lineal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Backpropagation (Rumelhart, Hinton &amp; Williams 1986)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Autograd / autodiff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step(z):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# función escalón: 1 si z &gt;= 0, si no 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(z &gt;= 0).astype(float)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entrena_perceptron(X, y, epocas=20, eta=0.1):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w = np.zeros(X.shape[1]); b = 0.0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for _ in range(epocas):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for xi, yi in zip(X, y):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y_pred = step(w @ xi + b)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error = yi - y_pred                  # regla del perceptrón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w += eta * error * xi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b += eta * 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w, 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np.array([[0, 0], [0, 1], [1, 0], [1, 1]], dtype=float)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y_and = np.array([0, 0, 0, 1]); y_or = np.array([0, 1, 1, 1])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Perceptrón a mano: implementá un perceptrón en numpy y entrenalo en AND/OR (separables).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MLP con Keras: model = keras.Sequential([Dense(8, activation='relu', input_shape=(2,)), Dense(1, activation='sigmoid')]).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Visualización decision boundary: con make_moons, entrená un MLP [16, 8] y graficá la frontera con un meshgrid.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Backprop a mano: para un MLP con 1 input, 1 hidden (2 neuronas), 1 output, con MSE, calculá ∂L/∂w para una muestra y comparalo con tf.GradientTape.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¿Y sin activación no lineal?: cambiá las activaciones a linear en el MLP de XOR y mostrá que ya no puede aprenderlo.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 make_moons(noise=0.2, random_state=42).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 2 modelos: regresión logística (Parte 1) vs MLP [16, 8] con ReLU.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 accuracy en test para ambos.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Grafica las dos decision boundaries lado a 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 en 3 líneas por qué el MLP captura la curvatura y la regresión logística 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10 — Introduction to Artificial Neural Networks with Keras.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Rumelhart, Hinton &amp; Williams (1986), Learning representations by back-propagating errors, Nature — paper original de backprop.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Goodfellow, Bengio &amp; Courville (2016), Deep Learning, cap. 6 (online: &lt;https://www.deeplearningbook.org/&gt;).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3Blue1Brown — serie "But what is a neural network?" (4 videos, intuición visual de backprop).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Keras docs — Sequential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101 — Regresión y clasificación con MLP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