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104 — Callbacks, TensorBoard, guardar/restaurar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Using Callbacks y § Using TensorBoard for Visualization.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Inyectar lógica al loop de entrenamiento sin modificarlo, mediante **callbacks** (EarlyStopping, ModelCheckpoint, ReduceLROnPlateau, custom). Visualizar el progreso del training en **TensorBoard** (loss, métricas, histogramas de pesos, embeddings). Saber **guardar y restaurar** correctamente — arquitectura + pesos + estado del optimizador.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los 4 callbacks más usados: EarlyStopping, ModelCheckpoint, ReduceLROnPlateau, TensorBoard.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Using Callbacks y § Using TensorBoard for Visualization.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Inyectar lógica al loop de entrenamiento sin modificarlo, mediante callbacks (EarlyStopping, ModelCheckpoint, ReduceLROnPlateau, custom). Visualizar el progreso del training en TensorBoard (loss, métricas, histogramas de pesos, embeddings). Saber guardar y restaurar correctamente — arquitectura + pesos + estado del optimizador.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los 4 callbacks más usados: EarlyStopping, ModelCheckpoint, ReduceLROnPlateau, TensorBoard.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TensorBoard: keras.callbacks.TensorBoard(log_dir='./logs') y abrirlo con tensorboard --logdir=./logs.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callback custom heredando de keras.callbacks.Callback con hooks como on_epoch_end.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guardado completo (model.save('m.keras')) vs solo pesos (model.save_weights('w.weights.h5')).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Restaurar y continuar entrenamiento desde checkpoint sin pérdida.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Callbacks: hooks (on_train_begin, on_epoch_end, on_batch_end, ...).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EarlyStopping(monitor='val_loss', patience=10, restore_best_weights=True).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ModelCheckpoint(filepath, save_best_only=True, monitor='val_accuracy', mode='max').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ReduceLROnPlateau(factor=0.5, patience=5) — bajar LR cuando se estanca.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TensorBoard: scalars, histograms, distributions, images, projector (embeddings).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Custom callbacks: class MyCallback(keras.callbacks.Callback): def on_epoch_end(self, epoch, logs): ....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(X_tr, y_tr), (X_te, y_te) = keras.datasets.fashion_mnist.load_data()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 = X_tr.astype("float32") / 255.0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X_te = X_te.astype("float32") / 255.0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build_model():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keras.Input(shape=(28, 28)),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layers.Flatten(),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layers.Dense(300,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layers.Dense(100,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m.compile(optimizer="adam", loss="sparse_categorical_crossentropy",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metrics=["accuracy"])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EarlyStopping + Checkpoint: entrenar Fashion-MNIST con ambos callbacks.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TensorBoard: agregar TensorBoard(log_dir=f'./logs/run-{time}'), entrenar 10 épocas.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ReduceLROnPlateau: configurar factor=0.5, patience=3, min_lr=1e-6.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Custom callback: escribir uno que loggee a un CSV el (epoch, loss, val_loss, lr_actual) para análisis offline.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Restaurar y continuar: entrenar 10 épocas, guardar, recargar y continuar 5 épocas más.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MLP [300, 100].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Callbacks: EarlyStopping(patience=10), ModelCheckpoint('best.keras', save_best_only=True), ReduceLROnPlateau(patience=3), TensorBoard('./logs/').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epochs=100 (sabiendo que EarlyStopping cortará antes).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Recargar best.keras y evaluar en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Capturar un screenshot del TensorBoard mostrando loss y val_loss a lo largo del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10 — Using Callbacks y Using TensorBoard.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callbacks.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TensorBoard quickstart.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105 — Keras Tuner (+ Optuna, Ray Tune)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