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101 — Regresión y clasificación con MLP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10 § Building an Image Classifier y § Building a Regression MLP.  Duración estimada: 75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Saber construir y entrenar un MLP para los **tres tipos de problemas tabulares** estándar — **regresión**, **clasificación binaria** y **clasificación multiclase** — eligiendo correctamente la **activación de salida** y la **loss** para cada caso. Hacer un train/val/test split adecuado y leer las curvas de entrenamiento.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Mapear problema → activación de salida → loss: regresión → linear + MSE; binario → sigmoid + binary_crossentropy; multiclase → softmax + sparse_categorical_crossentropy.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10 § Building an Image Classifier y § Building a Regression MLP.  Duración estimada: 75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Saber construir y entrenar un MLP para los tres tipos de problemas tabulares estándar — regresión, clasificación binaria y clasificación multiclase — eligiendo correctamente la activación de salida y la loss para cada caso. Hacer un train/val/test split adecuado y leer las curvas de entrenamiento.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Mapear problema → activación de salida → loss: regresión → linear + MSE; binario → sigmoid + binary_crossentropy; multiclase → softmax + sparse_categorical_crossentropy.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Hacer split train / validation / test con train_test_split y pasar validation_data a model.fit.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Leer history.history['loss'] y ['val_loss'], identificar overfitting (val sube mientras train baja).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EarlyStopping y ModelCheckpoint callbacks como protección estándar.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Diferenciar sparse_categorical_crossentropy (labels enteros) de categorical_crossentropy (labels one-hot).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Mapeo problema → arquitectura de salida + loss.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Activación de salida: linear, sigmoid, softmax.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Train/val/test split — por qué hace falta los tres (val para selección, test para reporte final).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Curvas de aprendizaje: lectura visual (subfitting / overfitting).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Callbacks: EarlyStopping(patience=5, restore_best_weights=True), ModelCheckpoint.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Normalización de inputs con Normalization() layer o StandardScaler.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tensorflow as tf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tensorflow import keras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tensorflow.keras import layers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sklearn.datasets import fetch_california_housing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sklearn.model_selection import train_test_split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np.random.seed(42); keras.utils.set_random_seed(42)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X, y = fetch_california_housing(return_X_y=True)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X_tr, X_te, y_tr, y_te = train_test_split(X, y, test_size=0.2, random_state=42)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norm = layers.Normalization()      # aprende media/desvío de los inputs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norm.adapt(X_tr)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reg = keras.Sequential([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keras.Input(shape=(X.shape[1],)),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norm,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layers.Dense(64, activation="relu"),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layers.Dense(32, activation="relu"),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... (truncado)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MLP regresión: California Housing, MLP [64, 32] con Normalization(), salida linear, loss mse.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MLP binario: breast_cancer, MLP [32, 16], salida sigmoid, loss binary_crossentropy.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MLP multiclase: Fashion-MNIST (aplastado a 784), MLP [256, 128], salida softmax(10), loss sparse_categorical_crossentropy.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Curvas y overfitting: entrenar el modelo 3 por 50 épocas sin early stopping.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EarlyStopping: repetir con EarlyStopping(patience=5, restore_best_weights=True).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Cargar y normalizar (/ 255).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Split train (50 000) / val (10 000) / test (10 000).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MLP [300, 100], ReLU, salida softmax.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Compilar con optimizer='adam', loss='sparse_categorical_crossentropy', metrics=['accuracy'].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Entrenar con EarlyStopping(patience=5) y ModelCheckpoint('best.keras', save_best_only=True).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Géron, cap. 10 — Building an Image Classifier Using the Sequential API y Building a Regression MLP.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Keras docs — Training &amp; evaluation.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Keras docs — Callbacks API.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Glorot &amp; Bengio (2010), Understanding the difficulty of training deep feedforward neural networks.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102 — Keras Sequential API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