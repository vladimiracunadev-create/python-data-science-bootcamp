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122 — PyTorch fundamentos: tensores, autograd, nn.Module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PyTorch tutorials + Howard &amp; Gugger, Deep Learning for Coders with fastai &amp; PyTorch.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**PyTorch** —el framework dominante en research y en LLMs/multimodal 2026—. Cubrir: **tensores** (similar a NumPy, en GPU), **autograd** (`requires_grad`, `.backward()`), **`nn.Module`** (forma de definir modelos), `Dataset/DataLoader` para data pipelines. Equivalencias 1:1 con Keras/TF de las clases anteriores.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tensores: torch.tensor, torch.zeros, torch.randn, device='cuda'.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PyTorch tutorials + Howard &amp; Gugger, Deep Learning for Coders with fastai &amp; PyTorch.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PyTorch —el framework dominante en research y en LLMs/multimodal 2026—. Cubrir: tensores (similar a NumPy, en GPU), autograd (requires_grad, .backward()), nn.Module (forma de definir modelos), Dataset/DataLoader para data pipelines. Equivalencias 1:1 con Keras/TF de las clases anteriores.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tensores: torch.tensor, torch.zeros, torch.randn, device='cuda'.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autograd: x.requires_grad_(True); y = f(x); y.backward(); x.grad.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MLP custom: class Net(nn.Module): def __init__(self): ...; def forward(self, x):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el loop manual: optimizer.zero_grad(); loss.backward(); optimizer.step().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Dataset y DataLoader para pipelines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Tensors vs ndarray, .to(device).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Computation graph dinámico (vs estático TF1) — define-by-run.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requires_grad y autograd.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nn.Module, nn.Linear, nn.Sequential, nn.functional.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 funcs: nn.CrossEntropyLoss, nn.MSELoss.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Optim: torch.optim.Adam(model.parameters(), lr=...).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Dataset + DataLoader(num_workers, pin_memory).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Intentamos import torch. Si no está, fallback con numpy y autograd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USE_TORCH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torch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USE_TORCH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print('torch:', torch.__version__, '| device cpu')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print('torch no disponible. Fallback numpy + autograd manual.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Tensores: crear, mover a GPU, operaciones básicas.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Autograd: x = torch.tensor([2.0], requires_grad=True); y = x**3; y.backward(); print(x.grad) → debe ser 12.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custom: definir clase con 2 nn.Linear + ReLU.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Training loop manual: Fashion-MNIST, 1 época, reportar 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DataLoader: DataLoader(dataset, batch_size=32, shuffle=True, num_workers=2).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MLP [300, 100, 10].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CrossEntropy loss, Adam(1e-3).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EarlyStopping manual (cuando val_loss no baja por 5 épocas).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test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PyTorch tutorials.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Howard &amp; Gugger, Deep Learning for Coders with fastai &amp; PyTorch.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Paszke et al. (2019), PyTorch: An Imperative Style, High-Performance Deep Learning Library, NeurIPS.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123 — PyTorch Lightning: Trainer, callbacks, distributed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