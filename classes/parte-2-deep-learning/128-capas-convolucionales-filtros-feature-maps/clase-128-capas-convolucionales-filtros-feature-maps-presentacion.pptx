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128 — Capas convolucionales, filtros, feature 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14 § Convolutional Layers.  Duración estimada: 75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la operación de **convolución 2D** — un filtro `K×K` se desliza sobre la imagen produciendo un **feature map** —, los hiperparámetros (`filters`, `kernel_size`, `strides`, `padding`), por qué las CNN son **parameter-efficient** vs MLPs (sharing + locality + translation invariance) y cómo aprenden jerarquías visuales (bordes → texturas → partes → objetos).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Aplicar Conv2D(filters=32, kernel_size=3, strides=1, padding='same', activation='relu').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14 § Convolutional Layers.  Duración estimada: 75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la operación de convolución 2D — un filtro K×K se desliza sobre la imagen produciendo un feature map —, los hiperparámetros (filters, kernel_size, strides, padding), por qué las CNN son parameter-efficient vs MLPs (sharing + locality + translation invariance) y cómo aprenden jerarquías visuales (bordes → texturas → partes → objetos).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Conv2D(filters=32, kernel_size=3, strides=1, padding='same', activation='relu').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el shape de la salida: H' = (H - K + 2P)/S + 1.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Visualizar feature maps (activaciones intermedias) y filtros aprendidos.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padding='same' (preserva tamaño) de 'valid' (reduce).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el # de parámetros de una Conv2D: K  K  C_in * C_out + C_out (mucho menos que Dense equivalente).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Operación convolución 2D paso a paso.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Filters / kernels como features detectables.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Feature maps como representación espacial.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Stride: paso del filtro.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Padding: bordes; 'same' agrega zeros para preservar shape.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Parameter sharing: el mismo filtro se aplica en toda la imagen.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scipy.signal import convolve2d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Imagen sintética 6x6 con un borde vertical (mitad derecha encendida)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img = np.zeros((6, 6), dtype=np.float32)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img[:, 3:] = 1.0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Kernel Sobel-x: detecta bordes verticales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sobel_x = np.array([[-1, 0, 1],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 [-2, 0, 2],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 [-1, 0, 1]], dtype=np.float32)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'valid' (sin padding) reduce el tamaño; 'same' lo preserva con zeros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fmap_valid = convolve2d(img, sobel_x, mode="valid")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fmap_same = convolve2d(img, sobel_x, mode="same")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print("entrada:", img.shape, "-&gt; valid:", fmap_valid.shape,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"| same:", fmap_same.shape)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print("feature map (same): la respuesta se concentra en el borde")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print(np.round(fmap_same, 1))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Conv básica: Conv2D(8, 3, padding='same', activation='relu')(input_28x28x1).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Conteo parámetros: para Conv2D(32, kernel_size=5) aplicado a entrada (28, 28, 1), calcular params (551*32 + 32 = 832).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Stride 2: Conv2D(32, 3, strides=2, padding='same')(x).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Visualizar feature maps: entrenar una mini-CNN en MNIST; tomar las activaciones intermedias para una imagen y visualizar.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Filtros aprendidos: visualizar model.layers[0].kernel.numpy() para los primeros filtros.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Conv(32, 3) → MaxPool(2) → Conv(64, 3) → MaxPool(2) → Flatten → Dense(128) → Dense(10).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y reportar accuracy.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Visualizar feature maps de la primera Conv para 3 imágenes test.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Calcular # parámetros total y compararlo con un MLP equivalente en tamaño (Dense(128) → Dense(64) → Dense(10) sin Conv).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14 — Deep Computer Vision Using Convolutional Neural Networks.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LeCun et al. (1998), Gradient-based learning applied to document recognition — LeNet, paper canónico.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Keras Conv2D.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CS231n CNN notes — referencia clásica de Stanford.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129 — Pooling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