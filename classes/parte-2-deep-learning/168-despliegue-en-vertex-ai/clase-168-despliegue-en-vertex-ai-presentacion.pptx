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168 — Despliegue en Vertex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Vertex AI + docs Vertex AI.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Desplegar un modelo a **Vertex AI** (GCP) — el servicio managed de Google para servir modelos sin maintener infrastructure. Conocer alternativas: **AWS SageMaker**, **Azure ML**, **Modal**, **Replicate**, **HuggingFace Inference Endpoints**.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Subir un modelo a Vertex AI Model Registry.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19 § Deploying a Model to Vertex AI + docs Vertex AI.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Desplegar un modelo a Vertex AI (GCP) — el servicio managed de Google para servir modelos sin maintener infrastructure. Conocer alternativas: AWS SageMaker, Azure ML, Modal, Replicate, HuggingFace Inference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Subir un modelo a Vertex AI Model Registry.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un Endpoint y deployar el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requests a un endpoint Vertex AI.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managed (Vertex/SageMaker) vs self-hosted (TF Serving + GKE/EKS).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alternativas modernas (Modal, Replicate) para deploy serverless.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Vertex AI Model Registry.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Endpoint creation + traffic split (A/B testing).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gcloud CLI: gcloud ai models upload, gcloud ai endpoints deploy-model.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Pricing: pay per CPU/GPU hour + requests.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Alternativas: SageMaker, Azure ML, Modal, Replicate.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google.cloud import aiplatform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GCP_OK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GCP_OK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print("google-cloud-aiplatform no instalado -&gt; se muestra la API (no se ejecuta)")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PROJECT, REGION, BUCKET = "mi-proyecto", "us-central1", "gs://mi-bucket/fashion"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if GCP_OK: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aiplatform.init(project=PROJECT, location=REGION, staging_bucket=BUCKET)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model = aiplatform.Model.upload(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display_name="fashion-mnist",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artifact_uri=BUCKET,                                   # SavedModel en GCS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serving_container_image_uri=(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"us-docker.pkg.dev/vertex-ai/prediction/tf2-cpu.2-15:latest"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print("modelo subido:", model.resource_name)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else: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Setup: gcloud init, gcloud auth application-default login.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Upload model: gcloud ai models upload --display-name=fashion --container-image-uri=....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Deploy endpoint: con n1-standard-4.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Predict request: from google.cloud import aiplatform; ep = aiplatform.Endpoint(...); ep.predict(...).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A/B traffic: deploy v2 con 20 % traffic, observar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Subir a GCS.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Upload model en Vertex Model Registry.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endpoint y 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10 predicciones desde notebook local.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(Opcional) cleanup para no gastar.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19 — Deploying a Model to Vertex AI.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Vertex AI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SageMaker docs.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Modal, Replicate.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169 — TF Lite (mobile/embedded)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