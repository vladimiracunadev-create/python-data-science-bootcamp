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102 — Keras Sequential 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2 — Deep Learning · Fuente: Géron, cap. 10 § The Sequential API.  Duración estimada: 60 min.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Dominar la **Sequential API** de Keras — la forma más simple y declarativa de construir un modelo cuando es una **pila lineal** de capas. Saber cuándo NO alcanza (cualquier topología con ramas, skip connections, multi-input/multi-output → Functional API, clase 093).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Construir un modelo con keras.Sequential([...]) o model.add(...) incrementalmente.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2 — Deep Learning · Fuente: Géron, cap. 10 § The Sequential API.  Duración estimada: 60 min.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Dominar la Sequential API de Keras — la forma más simple y declarativa de construir un modelo cuando es una pila lineal de capas. Saber cuándo NO alcanza (cualquier topología con ramas, skip connections, multi-input/multi-output → Functional API, clase 093).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Construir un modelo con keras.Sequential([...]) o model.add(...) incrementalmente.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Inspeccionar la arquitectura con model.summary() (parámetros por capa, output shape, total).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Calcular a mano el número de parámetros de una Dense(n) (= input_dim * n + n por el bias).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Compilar (compile), entrenar (fit), evaluar (evaluate) y predecir (predict).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Guardar y cargar con el formato moderno .keras (HDF5 legacy).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Dos formas equivalentes: lista en el constructor vs .add() incremental.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Input layer explícito vs input_shape en la primera capa.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model.summary(): leer parámetros por capa + total trainable / non-trainable.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compile(optimizer, loss, metrics).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fit(X, y, epochs, batch_size, validation_split, callbacks, verbose).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model.save('m.keras') (formato nativo Keras 3+) y keras.models.load_model('m.keras').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Ver README de la clase.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Primer bloque ejecutable del notebook.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tensorflow import keras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tensorflow.keras import layers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keras.utils.set_random_seed(42)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# (a) lista en el constructor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modelo_a = keras.Sequential([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keras.Input(shape=(784,)),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layers.Dense(128, activation="relu"),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layers.Dense(64, activation="relu"),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layers.Dense(10, activation="softmax"),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])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# (b) incremental con .add()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modelo_b = keras.Sequential()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modelo_b.add(keras.Input(shape=(784,)))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modelo_b.add(layers.Dense(128, activation="relu"))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modelo_b.add(layers.Dense(64, activation="relu"))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modelo_b.add(layers.Dense(10, activation="softmax"))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# ... (truncado)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Dos sintaxis: construir el mismo modelo dos veces — una con Sequential([...]) y otra con model = Sequential(); model.add(...).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Conteo de parámetros: para Sequential([Dense(128, input_shape=(784,)), Dense(64), Dense(10)]), calcular a mano los parámetros y verificar contra model.summary().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Guardado/carga: entrenar 5 épocas, model.save('m.keras'), recargar con load_model, verificar que predict da idéntico.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Predict en batch vs individual: predecir 1 sola muestra (¿cómo cambia la shape?) vs predecir 100.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Verbose: probá fit(..., verbose=0), verbose=1 (barra), verbose=2 (1 línea por época).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Tiny: Dense(64) → Dense(10).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Medium: Dense(256) → Dense(128) → Dense(10).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Wide: Dense(1024) → Dense(10).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Géron, cap. 10 — The Sequential API.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Keras — The Sequential model.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Keras 3 release notes.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103 — Keras Functional API y Subclassing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