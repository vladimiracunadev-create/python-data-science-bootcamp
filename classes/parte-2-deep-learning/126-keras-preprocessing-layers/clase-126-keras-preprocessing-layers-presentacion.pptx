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126 — Keras preprocessing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13 § The Keras Preprocessing Layers.  Duración estimada: 65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Hacer **preprocesamiento dentro del modelo** con las preprocessing layers de Keras (`Normalization`, `StringLookup`, `IntegerLookup`, `Discretization`, `CategoryEncoding`, `Hashing`, `TextVectorization`). Beneficio: el preprocesamiento viaja con el modelo (`.keras`), no como código separado — elimina el clásico "train-serve skew" en producción.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Usar Normalization() con .adapt(data) para escalar features tabulares.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13 § The Keras Preprocessing Layers.  Duración estimada: 65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Hacer preprocesamiento dentro del modelo con las preprocessing layers de Keras (Normalization, StringLookup, IntegerLookup, Discretization, CategoryEncoding, Hashing, TextVectorization). Beneficio: el preprocesamiento viaja con el modelo (.keras), no como código separado — elimina el clásico "train-serve skew" en producción.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Normalization() con .adapt(data) para escalar features tabulares.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StringLookup para encoding de categóricas.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TextVectorization para tokenización + indexing.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modelo "todo en uno": preprocesamiento + red en el mismo keras.Model.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la ventaja: model.predict(raw_data) funciona, sin necesidad de scaler separado.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Normalization: substrae mean, divide por std. .adapt(data) aprende los stats.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StringLookup / IntegerLookup: mapea categorías a índices enteros.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CategoryEncoding: one-hot, multi-hot, count.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Discretization: convierte continua en bucket (bin_boundaries=...).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Hashing: mapea categorías a buckets via hash (sin necesidad de vocabulario).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TextVectorization: tokeniza + lookup en una capa.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X_train = tf.random.normal((500, 4), mean=5.0, stddev=2.0)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norm = layers.Normalization()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norm.adapt(X_train)                       # aprende mean/std por feature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X_norm = norm(X_train)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print("mean tras normalizar ~ 0:", np.round(tf.reduce_mean(X_norm, axis=0).numpy(), 3))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print("std  tras normalizar ~ 1:", np.round(tf.math.reduce_std(X_norm, axis=0).numpy(), 3))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Normalization tabular: norm = Normalization(); norm.adapt(X_train); X_norm = norm(X_test).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StringLookup: con un array de categorías, lookup = StringLookup(); lookup.adapt(categorias); lookup(['A', 'B', 'C']) → tensor de ints.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Modelo end-to-end tabular: inputs = Input((n,)); x = Normalization()(inputs); x = Dense(64, ...)(x); ....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TextVectorization: sobre IMDB, tokenizar, entrenar un modelo de sentimiento.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Hashing: con un dataset que tiene 100 000 categorías únicas, Hashing(1024) lo mapea a 1024 buckets.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Pipeline tf.data con CSV.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Modelo con Normalization layer adaptada al train set.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Entrenar y guardar con model.save('m.keras').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Recargar y predecir sobre datos RAW (sin pre-escalar). Verificar que funciona.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13 — Preprocessing Data with Keras Preprocessing Layers.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Keras — Preprocessing layers.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Keras — Working with preprocessing layers.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127 — TensorFlow Datasets (TFDS)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