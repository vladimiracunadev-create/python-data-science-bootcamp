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103 — Keras Functional API y Subclassing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10 § Building Complex Models Using the Functional API y § Building Dynamic Models Using the Subclassing API.  Duración estimada: 70 min. · Nivel: 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Construir modelos con topologías **no lineales** —skip connections, multi-input, multi-output, capas compartidas— usando la **Functional API** (estilo "grafo de capas"), y modelos con flujo de control **dinámico** (loops, ifs) usando **Subclassing** (estilo `class MyModel(Model)` con `call()`). Saber elegir entre las tres APIs según el caso.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Construir un modelo Wide &amp; Deep (clásico de Cheng et al. 2016) con Functional API.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10 § Building Complex Models Using the Functional API y § Building Dynamic Models Using the Subclassing API.  Duración estimada: 70 min. · Nivel: 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Construir modelos con topologías no lineales —skip connections, multi-input, multi-output, capas compartidas— usando la Functional API (estilo "grafo de capas"), y modelos con flujo de control dinámico (loops, ifs) usando Subclassing (estilo class MyModel(Model) con call()). Saber elegir entre las tres APIs según el caso.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Construir un modelo Wide &amp; Deep (clásico de Cheng et al. 2016) con Functional API.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Construir un modelo multi-output con dos Dense finales y dos losses.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Implementar un MyResBlock con Subclassing que tiene una skip connection.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Reconocer el trade-off: Sequential (simple) → Functional (la mayoría de los casos) → Subclassing (cuando hace falta control dinámico).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Convertir un modelo Functional en JSON / cargar con model_from_json (útil para serialización separada de pesos).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Functional API: x = layer(prev_x); al final Model(inputs=[...], outputs=[...]).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Multi-input / multi-output: pasar listas o dicts a inputs= / outputs=.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Capas compartidas (siamese networks): aplicar la misma instancia de capa a dos entradas distintas.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Subclassing: heredar de keras.Model, definir __init__ (capas) y call(self, inputs, training=False).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Cuándo subclassing: control de flujo dinámico, modelos imperativos estilo PyTorch.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tensorflow as tf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tensorflow import keras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tensorflow.keras import layers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keras.utils.set_random_seed(42)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output = Capa(...)(input)  -&gt; permite cualquier DAG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inputs = keras.Input(shape=(8,))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 = layers.Dense(32, activation="relu")(inputs)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 = layers.Dense(16, activation="relu")(x)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outputs = layers.Dense(1)(x)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modelo = keras.Model(inputs=inputs, outputs=outputs, name="mlp_funcional")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print("capas:", [l.name for l in modelo.layers])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print("params:", modelo.count_params())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Wide &amp; Deep: implementá el modelo de Cheng et 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Multi-output: predecir simultáneamente precio (regresión) Y rango de precio (clasificación 3 clases) sobre California Housing.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Capa compartida (siamese): dos imágenes de entrada → mismo encoder Dense(64) aplicado a ambas → concatenar embeddings → clasificación "same/different".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ResBlock con Subclassing: implementá una clase ResBlock(Layer) con dos Dense y skip connection.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plot_model: graficá el modelo Wide &amp; Deep con keras.utils.plot_model(model, show_shapes=True).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Predecir median_house_value (regresión, loss MSE).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Predecir expensive (binario: above/below mediana, loss BCE).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Compartir las 2 primeras capas Dense (representación común) y luego ramificar.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Compilar con loss=[mse, bce], loss_weights=[0.7, 0.3].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Entrenar y reportar MAE + accuracy.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Géron, cap. 10 — The Functional API y The Subclassing API.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Cheng et al. (2016), Wide &amp; Deep Learning for Recommender Systems, DLRS.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Keras — The Functional API.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Keras — Making new layers and models via subclassing.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104 — Callbacks, TensorBoard, guardar/restaurar modelos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