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10: Modelos supervisados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datasets/estudiantes.csv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Comparar modelos supervisados básicos y elegir métricas según el tipo de problema.</a:t>
            </a:r>
          </a:p>
          <a:p>
            <a:pPr>
              <a:defRPr sz="1600" b="0">
                <a:solidFill>
                  <a:srgbClr val="475569"/>
                </a:solidFill>
                <a:latin typeface="Segoe UI"/>
              </a:defRPr>
            </a:pPr>
            <a:r>
              <a:rPr sz="1600" b="0">
                <a:solidFill>
                  <a:srgbClr val="475569"/>
                </a:solidFill>
                <a:latin typeface="Segoe UI"/>
              </a:rPr>
              <a:t>El modelo y la métrica se eligen por la pregunta, no por popularidad.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Transformar un problema en una etiqueta supervisada.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un clasificador simple e interpretable.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Relacionar modelo y métrica con la pregunta del problema.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Clasificación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Árboles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Etiquetas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Métricas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slides.md.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1: 20 min | Demostración guiada | Evidencia: Primer bloque entendido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Práctica: 25 min | Ejercicio o quiz del módulo | Evidencia: Entregable corto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Contenido derivado del guion de diapositivas.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Clasificación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Árboles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Etiquetas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 esperado: La clase 11 endurece la evaluación con validación cruzada y pipelines.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Síntesis tomada desde teoria.md.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El modelo y la métrica se eligen por la pregunta, no por popularidad.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Ayuda a comparar enfoques y a entender qué cambia entre predecir valores y predecir clases.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La clase 11 endurece la evaluación con validación cruzada y pipelines.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Clasificación binaria con árbol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Primero definimos una etiqueta supervisada simple y luego entrenamos un modelo interpretable. Qué hace: crear etiqueta → separar variables → entrenar → revisar Para qué sirve: Sirve para introducir clasificación sin perder transparencia en la lógica del modelo.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Qué hace: crear etiqueta → separar variables → entrenar → revisar.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# Para qué sirve: Sirve para introducir clasificación sin perder transparencia en la lógica del modelo.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from sklearn.tree import DecisionTreeClassifier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df = pd.read_csv("datasets/estudiantes.csv")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df["alto_desempeno"] = (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    (df["evaluacion_python"] &gt;= 75) &amp; (df["evaluacion_pandas"] &gt;= 75)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).astype(int)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X = df[["asistencia_pct", "evaluacion_python", "edad"]]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y = df["alto_desempeno"]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X_train, X_test, y_train, y_test = train_test_split(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    X, y, test_size=0.2, random_state=42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)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modelo = DecisionTreeClassifier(max_depth=3, random_state=42)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modelo.fit(X_train, y_train)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print(modelo.predict(X_test[:5]))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Resume con tus palabras la pregunta principal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Ejecuta o revisa el bloque principal y explica la salida.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resultado responde a la pregunta planteada.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código está ordenado y comentado en los puntos clave.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Código o desarrollo ordenado.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Conclusión breve conectada con evidencia.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Entendí la pregunta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Puedo explicar la salida sin leer el código completo.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