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con energía. Esta clase es sobre VER los datos, no solo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la imagen de Anscombe si puedes (Google Images). Impacto visual fuerte.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tipo tiene un uso. No uses bar chart para tendencias (usa 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 en vivo. Muestra cómo cambiar title, labels,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Más bonito = más impacto. Los gráficos feos no se ven profesionales.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reportes: múltiples gráficos en una figura. tight_layout() evita que se superpongan.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alumnos escriben conmigo. Lentamente. Si van rápido, expande con más detalles.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fuerte. La visualización es cómo comunicas resultados al mundo.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Visualización con 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6B35"/>
                </a:solidFill>
              </a:defRPr>
            </a:pPr>
            <a:r>
              <a:t>Clase 6 — Convierte datos en gráficos claros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¿Por qué visualizar?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1000 números en una tabla = confuso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Un gráfico = comprensión inmediata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Anscombe's Quartet: 4 datasets idénticos estadísticamente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pero gráficamente COMPLETAMENTE diferentes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→ Siempre visualiza ANTES de reportar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Tipos de gráficos básicos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Scatter plot: relación entre 2 variables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Line plot: tendencia en el tiempo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Bar chart: comparar categorías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Histogram: distribución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Box plot: detectar outliers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Heatmap: correlaciones entre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Primer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import matplotlib.pyplot as plt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import numpy as np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x = np.linspace(0, 10, 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y = np.sin(x)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plt.figure(figsize=(10, 6))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plt.plot(x, y, linewidth=2)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plt.title('Onda Seno')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plt.xlabel('X')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plt.ylabel('sin(x)')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plt.grid(True)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Estilo y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plt.style.use('seaborn'): tema predefinido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color='red': especificar color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linewidth=2: grosor de línea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marker='o': puntos en los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alpha=0.7: transparencia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plt.savefig('grafico.png', dpi=300)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Subplots (múltiples gráficos)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fig, axes = plt.subplots(2, 2, figsize=(12, 10))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axes[0, 0].plot([1, 2, 3, 4])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axes[0, 0].set_title('Gráfico 1')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axes[0, 1].scatter([1, 2, 3], [4, 5, 6])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axes[0, 1].set_title('Gráfico 2')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# ... etc para los otros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plt.tight_layout()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Ejercicio rápido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Datos: dataset Iris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Tarea: Crea 2 gráficos lado a lado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1. Scatter: Sepal Length vs Sepal Width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2. Histogram: Distribución de Petal Length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Bonus: Usa colores diferentes por especie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Visualización es tan importante como los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Matplotlib es la herramienta estándar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Tipos de gráficos para cada caso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Estilo importa (colores, títulos, claridad)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Practica: datos → gráfico →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