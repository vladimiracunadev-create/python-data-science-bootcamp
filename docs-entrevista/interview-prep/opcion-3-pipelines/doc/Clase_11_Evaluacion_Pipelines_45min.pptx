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es la penúltima clase. Cierra el ciclo de 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Dibuja curvas en la pizarra (training vs validation).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cv=5 = 5-fold. Usa 4/5 para entrenar, 1/5 para validar. Repite 5 veces.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métrica correcta depende del problema. Accuracy no siempre es suficiente.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GridSearchCV prueba automáticamente todas las combinaciones. Encontra los mejores parámetros.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Pipeline = encadenamiento automático. Ahorra errores y tiempo.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clf__C accede parámetros del paso 'clf' dentro del Pipeline. Clave.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clase cierra el ciclo. Proyecto final integra todo lo aprendido.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Evaluación y Pipelines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6B35"/>
                </a:solidFill>
              </a:defRPr>
            </a:pPr>
            <a:r>
              <a:t>Clase 11 — Optimización y automatización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D3E"/>
          </a:solidFill>
          <a:ln>
            <a:solidFill>
              <a:srgbClr val="0F3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Train accuracy: 95% ❌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Test accuracy: 62% ❌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¿Qué pasó? Overfitting.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Solución: Cross-Validation (k-fold)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D3E"/>
          </a:solidFill>
          <a:ln>
            <a:solidFill>
              <a:srgbClr val="0F3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Cross-Validation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from sklearn.model_selection import cross_val_score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modelo = DecisionTreeClassifier()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scores = cross_val_score(modelo, X, y, cv=5)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print(f'Scores: {scores}')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print(f'Media: {scores.mean():.3f} +/- {scores.std():.3f}')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D3E"/>
          </a:solidFill>
          <a:ln>
            <a:solidFill>
              <a:srgbClr val="0F3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Métricas: Precision &amp; Recall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Precision = TP / (TP + FP) = de los que predije Sí, cuántos eran correctos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Recall = TP / (TP + FN) = de los Sí reales, cuántos atrapé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F1 = balance entre Precision y Recall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Ejemplo: Diagnóstico médico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Recall &gt; Precision (no puedo perder pacientes enfermos)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D3E"/>
          </a:solidFill>
          <a:ln>
            <a:solidFill>
              <a:srgbClr val="0F3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GridSearchCV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from sklearn.model_selection import GridSearchCV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param_grid = {'max_depth': [3, 5, 7, 10], 'min_samples_split': [2, 5, 10]}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grid = GridSearchCV(DecisionTreeClassifier(), param_grid, cv=5)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grid.fit(X_train, y_train)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print(f'Mejor: {grid.best_params_}')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print(f'Score: {grid.best_score_:.3f}')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D3E"/>
          </a:solidFill>
          <a:ln>
            <a:solidFill>
              <a:srgbClr val="0F3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Pipelines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Sin Pipeline: normalizar → PCA → modelo (3 pasos, fácil olvidar uno)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Con Pipeline: todo junto y coordinado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Ventajas: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• Código limpio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• Menos errores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• Reproducible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D3E"/>
          </a:solidFill>
          <a:ln>
            <a:solidFill>
              <a:srgbClr val="0F3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Pipeline + GridSearchCV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from sklearn.pipeline import Pipeline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pipe = Pipeline([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    ('scaler', StandardScaler()),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    ('clf', LogisticRegression())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])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param_grid = {'clf__C': [0.1, 1, 10]}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grid = GridSearchCV(pipe, param_grid, cv=5)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grid.fit(X_train, y_train)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D3E"/>
          </a:solidFill>
          <a:ln>
            <a:solidFill>
              <a:srgbClr val="0F3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Resumen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✓ Cross-Validation: estimación confiable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✓ Métricas correctas: Precision, Recall, F1 (contexto importa)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✓ GridSearchCV: encuentra automáticamente mejores hiperparámetros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✓ Pipelines: encadena pasos, código limpio y reproducible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✓ Próxima: Proyecto Final integrando TODO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