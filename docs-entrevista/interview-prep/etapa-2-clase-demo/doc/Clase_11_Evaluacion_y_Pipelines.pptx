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Muestra esta agenda al inicio para que los alumnos sepan qué esperar.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Dibuja curvas de learning en el pizarrón. Muestra cómo el training loss baja pero test loss sube.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Código de ejemplo:</a:t>
            </a:r>
          </a:p>
          <a:p>
            <a:r>
              <a:t>from sklearn.model_selection import cross_val_score</a:t>
            </a:r>
          </a:p>
          <a:p>
            <a:r>
              <a:t>scores = cross_val_score(model, X, y, cv=5)</a:t>
            </a:r>
          </a:p>
          <a:p>
            <a:r>
              <a:t>print(f'Promedio: {scores.mean():.3f} +/- {scores.std():.3f}')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 esto en vivo en Jupyter. Muestra cada fold y el promedio.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 un ejemplo médico para que sea intuitive. FN es peligroso (paciente enfermo sin detectar).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Ejemplo: spam detection (falso positivo = email importante perdido). Vs diagnóstico (falso negativo = enfermedad no detectada).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qué significa cada columna. El accuracy general es menos informativo que los por-clase.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Analógico: en lugar de probar manualmente, usamos una herramienta que lo hace por nosotros.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 puede tardar. Explica que GridSearchCV prueba 4 × 3 × 5 = 60 configuraciones.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código limpio, menos errores, fácil de reproducir.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 'pca__n_components' para acceder parámetros del paso 'pca' en el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Jupyter. Vé lentamente. Deja que los alumnos escriban con 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 los puntos clave. Motiva para la clase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 espacio para diálogo. Esto muestra que eres accesible como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Evaluación y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6B35"/>
                </a:solidFill>
              </a:defRPr>
            </a:pPr>
            <a:r>
              <a:t>Clase 11 — Optimización y automatización en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• Validación cruzada (cross-validation) — por qué no es suficiente train/test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• Métricas avanzadas — ROC-AUC, precision-recall, F1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• GridSearchCV — busca automática de hiperparámetros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• Pipelines — encadena preprocesamiento + modelo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• Ejercicios prácticos — optimización de un modelo real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• Proyecto final — integración de todo lo aprendido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El problema: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Train accuracy: 95% ❌ (muy bueno para ser verdad)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Test accuracy: 62% ❌ (modelo no generaliza)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¿Por qué pasó? El modelo memorizó el training set.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Solución: validación cruzada (k-fold cross-validation)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Cross-Validation (k-fold)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Divide el dataset en k partes (típicamente k=5)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Iterativamente: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• Usa k-1 partes para entrenar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• Usa 1 parte para validar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Resultado: promedio de k scores → estimación más confiable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Código: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sklearn.model_selection import cross_val_score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sklearn.tree import DecisionTreeClassifier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model = DecisionTreeClassifier()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scores = cross_val_score(model, X, y, cv=5)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print(f'Scores: {scores}')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print(f'Media: {scores.mean():.3f}')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print(f'Std:   {scores.std():.3f}')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Métricas: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              Predicho: No    Predicho: Sí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Real: No             TN              FP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Real: Sí             FN              TP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TN = Verdaderos Negativos (correcto, no enfermo)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TP = Verdaderos Positivos (correcto, enfermo)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FP = Falsos Positivos (error, dijo enfermo pero no lo 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FN = Falsos Negativos (error, dijo no enfermo pero sí lo 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Métricas: Precision, Recall,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Precision = TP / (TP + FP)  → de los predichos Sí, cuántos eran correctos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Recall    = TP / (TP + FN)  → de los reales Sí, cuántos atrapamos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F1        = 2 × (P × R) / (P + R)  → balance entre P y 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Usa Precision cuando: falsos positivos son caros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Usa Recall cuando: falsos negativos son caros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Usa F1 cuando: ambos errores importan igual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Código: classification_report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sklearn.metrics import classification_report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y_pred = model.predict(X_test)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print(classification_report(y_test, y_pred))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Resultado: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         precision  recall  f1-score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   No       0.92     0.88      0.90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   Sí       0.85     0.91      0.88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accuracy            0.89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GridSearchCV — búsqueda automática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¿Qué hiperparámetro es mejor?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max_depth = 3, 5, 7, 10?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min_samples_split = 2, 5, 10?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GridSearchCV prueba TODAS las combinaciones automáticamente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y te retorna la mejor.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Código: 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sklearn.model_selection import GridSearchCV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sklearn.tree import DecisionTreeClassifier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param_grid =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  'max_depth': [3, 5, 7, 10],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  'min_samples_split': [2, 5, 10]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grid = GridSearchCV(DecisionTreeClassifier(), param_grid, cv=5)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grid.fit(X_train, y_train)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print(f'Mejor: {grid.best_params_}')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print(f'Score: {grid.best_score_:.3f}')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Pipelines — encadena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Problema sin Pipeline: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1. StandardScaler → X_train, X_test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2. PCA → X_train_scaled, X_test_scaled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3. LogisticRegression → fit/predict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(¡fácil olvidar un paso o hacerlo mal!)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Solución: Pipeline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pipeline = Pipeline([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    ('scaler', StandardScaler()),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    ('pca', PCA()),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    ('clf', LogisticRegression())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])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  pipeline.fit(X_train, y_train)  ← ¡todo en una línea!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Código: Pipeline + 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sklearn.pipeline import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sklearn.preprocessing import StandardScaler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sklearn.decomposition import PCA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from sklearn.linear_model import LogisticRegression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pipe = Pipeline([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  ('scaler', StandardScaler()),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  ('pca', PCA()),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    ('clf', LogisticRegression())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param_grid = {'pca__n_components': [2, 5, 10]}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grid = GridSearchCV(pipe, param_grid, cv=5)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212121"/>
                </a:solidFill>
                <a:latin typeface="Courier New"/>
              </a:defRPr>
            </a:pPr>
            <a:r>
              <a:t>grid.fit(X_train, y_train)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Ejercicio en vivo: dataset Iris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1. Carga iris dataset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2. Split train/test (80/20)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3. Crea Pipeline: Scaler → LogisticRegression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4. Usa GridSearchCV para optimizar C (regularización)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5. Reporta mejores parámetros y accuracy final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6. Genera classification_report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⏱️ 15 minutos. Yo lo haré paso a paso en vivo.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Resumen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✓ Cross-Validation → estimación confiable sin overfitting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✓ Métricas correctas → Precision, Recall, F1 (no solo accuracy)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✓ GridSearchCV → encuentra automáticamente los mejores hiperparámetros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✓ Pipelines → encadena pasos, código limpio y reproducible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Siguiente: Clase 12 integra TODO en un proyecto final.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Preguntas y discusión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¿Cuándo usar GridSearchCV vs búsqueda manual?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¿Es Pipeline sólo para clasificación?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¿Cómo sé si estoy overfitting?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¿Qué pasa si GridSearchCV tarda mucho tiempo?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800">
                <a:solidFill>
                  <a:srgbClr val="212121"/>
                </a:solidFill>
              </a:defRPr>
            </a:pPr>
            <a:r>
              <a:t>¡Pregunten! No hay preguntas tontas.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