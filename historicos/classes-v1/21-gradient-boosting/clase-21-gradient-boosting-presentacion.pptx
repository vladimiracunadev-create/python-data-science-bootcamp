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Gradient 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Comprender cómo el Gradient Boosting construye árboles de forma secuencial donde cada uno corrige los errores del anterior, conocer sus parámetros clave, y comparar su desempeño contra modelos anteriores (Regresión Logística, Árbol, Random Forest).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`datasets/retencion_clientes.csv`</a:t>
            </a:r>
          </a:p>
          <a:p>
            <a:r>
              <a:rPr sz="1600">
                <a:solidFill>
                  <a:srgbClr val="505050"/>
                </a:solidFill>
              </a:rPr>
              <a:t>• `datasets/estudiantes.csv`</a:t>
            </a:r>
          </a:p>
          <a:p>
            <a:r>
              <a:rPr sz="1600">
                <a:solidFill>
                  <a:srgbClr val="505050"/>
                </a:solidFill>
              </a:rPr>
              <a:t>• Explicar la diferencia conceptual entre bagging (Random Forest) y boosting (Gradient Boosting).</a:t>
            </a:r>
          </a:p>
          <a:p>
            <a:r>
              <a:rPr sz="1600">
                <a:solidFill>
                  <a:srgbClr val="505050"/>
                </a:solidFill>
              </a:rPr>
              <a:t>• Entrenar un `GradientBoostingClassifier` y ajustar `n_estimators`, `learning_rate` y `max_depth`.</a:t>
            </a:r>
          </a:p>
          <a:p>
            <a:r>
              <a:rPr sz="1600">
                <a:solidFill>
                  <a:srgbClr val="505050"/>
                </a:solidFill>
              </a:rPr>
              <a:t>• Comparar cuatro clasificadores en la misma tarea y elegir el mejor con criterio.</a:t>
            </a:r>
          </a:p>
          <a:p>
            <a:r>
              <a:rPr sz="1600">
                <a:solidFill>
                  <a:srgbClr val="505050"/>
                </a:solidFill>
              </a:rPr>
              <a:t>• Boosting secuencial vs bagging paralelo</a:t>
            </a:r>
          </a:p>
          <a:p>
            <a:r>
              <a:rPr sz="1600">
                <a:solidFill>
                  <a:srgbClr val="505050"/>
                </a:solidFill>
              </a:rPr>
              <a:t>• GradientBoostingClassifier (sklearn)</a:t>
            </a:r>
          </a:p>
          <a:p>
            <a:r>
              <a:rPr sz="1600">
                <a:solidFill>
                  <a:srgbClr val="505050"/>
                </a:solidFill>
              </a:rPr>
              <a:t>• Parámetros: n_estimators, learning_rate, max_depth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🖥️ Diapositivas sugeridas — Clase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🚪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Pregunta inicial: "Si entrenaste un modelo y sabes exactamente dónde se equivocó, ¿qué harías con esa información?"</a:t>
            </a:r>
          </a:p>
          <a:p>
            <a:r>
              <a:rPr sz="1500">
                <a:solidFill>
                  <a:srgbClr val="505050"/>
                </a:solidFill>
              </a:rPr>
              <a:t>• Conectar: eso es exactamente lo que hace el Gradient Boosting — el siguiente árbol se construye para corregir los errores del anterior.</a:t>
            </a:r>
          </a:p>
          <a:p>
            <a:r>
              <a:rPr sz="1500">
                <a:solidFill>
                  <a:srgbClr val="505050"/>
                </a:solidFill>
              </a:rPr>
              <a:t>• Comparar con Random Forest: en el bosque, los árboles se construyen en paralelo e independientemente. En Gradient Boosting, se construyen en serie, aprendiendo unos de otros.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🛤️ Ruta de la sesión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📌 Puntos que deben quedar claros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Boosting = árboles en serie, cada uno corrige al anterior.</a:t>
            </a:r>
          </a:p>
          <a:p>
            <a:r>
              <a:rPr sz="1500">
                <a:solidFill>
                  <a:srgbClr val="505050"/>
                </a:solidFill>
              </a:rPr>
              <a:t>• `learning_rate` controla cuánto aprende cada árbol: alto → sobreajusta, bajo → necesita más árboles.</a:t>
            </a:r>
          </a:p>
          <a:p>
            <a:r>
              <a:rPr sz="1500">
                <a:solidFill>
                  <a:srgbClr val="505050"/>
                </a:solidFill>
              </a:rPr>
              <a:t>• GBM suele ser el mejor modelo en datos tabulares en Kaggle.</a:t>
            </a:r>
          </a:p>
          <a:p>
            <a:r>
              <a:rPr sz="1500">
                <a:solidFill>
                  <a:srgbClr val="505050"/>
                </a:solidFill>
              </a:rPr>
              <a:t>• XGBoost es una implementación optimizada y más rápida del mismo concepto.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🏁 Cierre esperado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21 — Gradient Boosting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