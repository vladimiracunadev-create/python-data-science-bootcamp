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Que Es La Ciencia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qué es la ciencia de datos, para qué sirve y cómo se aplica en la vida cotidiana, antes de profundizar en herramientas técnicas. Esta clase establece el mapa conceptual del bootcamp completo: qué problemas resolvemos, qué pasos seguimos y qué herramientas usamos para convertir datos en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 (usado en el notebook como ejemplo mínimo de lectura)</a:t>
            </a:r>
          </a:p>
          <a:p>
            <a:r>
              <a:rPr sz="1600">
                <a:solidFill>
                  <a:srgbClr val="505050"/>
                </a:solidFill>
              </a:rPr>
              <a:t>• Explicar con sus propias palabras qué es la ciencia de datos y por qué existe</a:t>
            </a:r>
          </a:p>
          <a:p>
            <a:r>
              <a:rPr sz="1600">
                <a:solidFill>
                  <a:srgbClr val="505050"/>
                </a:solidFill>
              </a:rPr>
              <a:t>• Identificar los pasos del ciclo de vida de un proyecto de datos (CRISP-DM simplificado)</a:t>
            </a:r>
          </a:p>
          <a:p>
            <a:r>
              <a:rPr sz="1600">
                <a:solidFill>
                  <a:srgbClr val="505050"/>
                </a:solidFill>
              </a:rPr>
              <a:t>• Reconocer los cuatro tipos de preguntas que responde la ciencia de datos</a:t>
            </a:r>
          </a:p>
          <a:p>
            <a:r>
              <a:rPr sz="1600">
                <a:solidFill>
                  <a:srgbClr val="505050"/>
                </a:solidFill>
              </a:rPr>
              <a:t>• Nombrar al menos tres aplicaciones de ciencia de datos en su vida diaria</a:t>
            </a:r>
          </a:p>
          <a:p>
            <a:r>
              <a:rPr sz="1600">
                <a:solidFill>
                  <a:srgbClr val="505050"/>
                </a:solidFill>
              </a:rPr>
              <a:t>• Describir el rol de las herramientas que usará durante el bootcamp</a:t>
            </a:r>
          </a:p>
          <a:p>
            <a:r>
              <a:rPr sz="1600">
                <a:solidFill>
                  <a:srgbClr val="505050"/>
                </a:solidFill>
              </a:rPr>
              <a:t>• Definición de ciencia de datos accesible para todas las edades</a:t>
            </a:r>
          </a:p>
          <a:p>
            <a:r>
              <a:rPr sz="1600">
                <a:solidFill>
                  <a:srgbClr val="505050"/>
                </a:solidFill>
              </a:rPr>
              <a:t>• El ciclo de vida de un proyecto de datos (CRISP-DM simplificado)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 para activar conocimiento previo: "¿Cuántas decisiones tomó Netflix por ti esta semana?"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La ciencia de datos no es magia: es un proceso con pasos bien definidos</a:t>
            </a:r>
          </a:p>
          <a:p>
            <a:r>
              <a:rPr sz="1500">
                <a:solidFill>
                  <a:srgbClr val="505050"/>
                </a:solidFill>
              </a:rPr>
              <a:t>• Los datos por sí solos no sirven; el valor está en las preguntas que hacemos</a:t>
            </a:r>
          </a:p>
          <a:p>
            <a:r>
              <a:rPr sz="1500">
                <a:solidFill>
                  <a:srgbClr val="505050"/>
                </a:solidFill>
              </a:rPr>
              <a:t>• Hay cuatro tipos de preguntas y cada una requiere una técnica diferente</a:t>
            </a:r>
          </a:p>
          <a:p>
            <a:r>
              <a:rPr sz="1500">
                <a:solidFill>
                  <a:srgbClr val="505050"/>
                </a:solidFill>
              </a:rPr>
              <a:t>• Las herramientas del bootcamp son las mismas que usan profesionales reales</a:t>
            </a:r>
          </a:p>
          <a:p>
            <a:r>
              <a:rPr sz="1500">
                <a:solidFill>
                  <a:srgbClr val="505050"/>
                </a:solidFill>
              </a:rPr>
              <a:t>• Un científico de datos combina tres áreas: programación, estadística y dominio del problema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13 — Que Es La Ciencia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