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03: Visualización exploratoria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datasets/ventas_tienda.csv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Usar visualizaciones exploratorias para describir patrones y abrir nuevas preguntas de análisis.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La visualización exploratoria ayuda a mirar mejor y a formular preguntas más útiles.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resumen por categoría o sucursal.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Elegir un gráfico simple y legible.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Explicar qué pregunta responde la visualización.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Agrupación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Barras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Lectura visual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Preguntas exploratorias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Agrupación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Barras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Lectura visual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Preguntas exploratorias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04 profundiza en cómo resumir datos con medidas descriptivas.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visualización exploratoria ayuda a mirar mejor y a formular preguntas más útiles.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 estudiante necesita aprender a comparar categorías y detectar patrones antes de avanzar a análisis más complejos.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04 profundiza en cómo resumir datos con medidas descriptivas.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Ventas netas por categoría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Antes de graficar conviene preparar un resumen que reduzca el ruido de filas individuales. Qué hace: calcular métrica → agrupar → ordenar → graficar Para qué sirve: Sirve para mostrar cómo un gráfico nace de una decisión previa de agregación y no de un clic automático.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calcular métrica → agrupar → ordenar → graficar.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mostrar cómo un gráfico nace de una decisión previa de agregación y no de un clic automático.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pd.read_csv("datasets/ventas_tienda.csv")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df["total_neto"] = df["unidades"] * df["precio_unitario"] * (1 - df["descuento_pct"])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resumen = 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df.groupby("categoria", as_index=False)["total_neto"]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.sum()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.sort_values("total_neto", ascending=False)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plt.figure(figsize=(8, 4))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plt.bar(resumen["categoria"], resumen["total_neto"])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plt.title("Ventas netas por categoría")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plt.ylabel("CLP")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plt.xticks(rotation=20)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plt.tight_layout()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