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Numpy Arrays Y Calculo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Aprender a usar NumPy para crear y manipular arrays numéricos, y entender por qué el cálculo vectorizado es mucho más eficiente que usar bucles de Python. El estudiante podrá extraer columnas de un dataset real como arrays y aplicar operaciones estadísticas y transformaciones sin escribir un solo `f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Crear arrays NumPy de distintas formas (desde listas, con zeros/ones, con arange/linspace)</a:t>
            </a:r>
          </a:p>
          <a:p>
            <a:r>
              <a:rPr sz="1600">
                <a:solidFill>
                  <a:srgbClr val="505050"/>
                </a:solidFill>
              </a:rPr>
              <a:t>• Consultar las propiedades de un array: shape, dtype, ndim, size</a:t>
            </a:r>
          </a:p>
          <a:p>
            <a:r>
              <a:rPr sz="1600">
                <a:solidFill>
                  <a:srgbClr val="505050"/>
                </a:solidFill>
              </a:rPr>
              <a:t>• Indexar y hacer slicing en arrays unidimensionales y bidimensionales</a:t>
            </a:r>
          </a:p>
          <a:p>
            <a:r>
              <a:rPr sz="1600">
                <a:solidFill>
                  <a:srgbClr val="505050"/>
                </a:solidFill>
              </a:rPr>
              <a:t>• Aplicar operaciones vectorizadas: suma, multiplicación, comparación sin bucles</a:t>
            </a:r>
          </a:p>
          <a:p>
            <a:r>
              <a:rPr sz="1600">
                <a:solidFill>
                  <a:srgbClr val="505050"/>
                </a:solidFill>
              </a:rPr>
              <a:t>• Calcular estadísticas sobre un array: media, desviación estándar, mínimo, máximo, suma, mediana</a:t>
            </a:r>
          </a:p>
          <a:p>
            <a:r>
              <a:rPr sz="1600">
                <a:solidFill>
                  <a:srgbClr val="505050"/>
                </a:solidFill>
              </a:rPr>
              <a:t>• Filtrar un array usando condiciones booleanas</a:t>
            </a:r>
          </a:p>
          <a:p>
            <a:r>
              <a:rPr sz="1600">
                <a:solidFill>
                  <a:srgbClr val="505050"/>
                </a:solidFill>
              </a:rPr>
              <a:t>• Extraer una columna de un CSV como array NumPy y operarla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Presentar el objetivo y la pregunta central del módulo.</a:t>
            </a:r>
          </a:p>
          <a:p>
            <a:r>
              <a:rPr sz="1500">
                <a:solidFill>
                  <a:srgbClr val="505050"/>
                </a:solidFill>
              </a:rPr>
              <a:t>• Conectar la sesión con el recorrido general del bootcamp.</a:t>
            </a:r>
          </a:p>
          <a:p>
            <a:r>
              <a:rPr sz="1500">
                <a:solidFill>
                  <a:srgbClr val="505050"/>
                </a:solidFill>
              </a:rPr>
              <a:t>• Pregunta inicial: "Si tienes que sumar 1 millón de números, ¿lo harías uno por uno o todos a la vez?"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Un array NumPy es una colección de elementos del mismo tipo almacenados de forma continua en memoria</a:t>
            </a:r>
          </a:p>
          <a:p>
            <a:r>
              <a:rPr sz="1500">
                <a:solidFill>
                  <a:srgbClr val="505050"/>
                </a:solidFill>
              </a:rPr>
              <a:t>• Las operaciones vectorizadas aplican la misma operación a todos los elementos sin escribir un bucle</a:t>
            </a:r>
          </a:p>
          <a:p>
            <a:r>
              <a:rPr sz="1500">
                <a:solidFill>
                  <a:srgbClr val="505050"/>
                </a:solidFill>
              </a:rPr>
              <a:t>• `shape` describe las dimensiones del array: `(filas, columnas)` para arrays 2D</a:t>
            </a:r>
          </a:p>
          <a:p>
            <a:r>
              <a:rPr sz="1500">
                <a:solidFill>
                  <a:srgbClr val="505050"/>
                </a:solidFill>
              </a:rPr>
              <a:t>• El boolean indexing permite filtrar elementos que cumplen una condición, igual que WHERE en SQL</a:t>
            </a:r>
          </a:p>
          <a:p>
            <a:r>
              <a:rPr sz="1500">
                <a:solidFill>
                  <a:srgbClr val="505050"/>
                </a:solidFill>
              </a:rPr>
              <a:t>• Las columnas de un DataFrame de pandas son internamente arrays NumPy — por eso son rápidas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14 — Numpy Arrays Y Calculo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