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05: Visualización con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datasets/retencion_clientes.csv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Crear gráficos más controlados con matplotlib y mejorar su legibilidad.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No basta con que el gráfico funcione: debe poder leerse sin fricción.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Crear una figura explícita con tamaño controlado.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Rotular ejes y títulos con intención.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Mejorar la lectura visual de un gráfico temporal.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Figure y axes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Rotulado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Legibilidad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Ajuste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 y axes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Rotulado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Legibilidad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Ajuste visual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06 amplía el repertorio con texto, fechas y transformaciones.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No basta con que el gráfico funcione: debe poder leerse sin fricción.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permite controlar detalle visual y comunicar mejor una conclusión.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06 amplía el repertorio con texto, fechas y transformaciones.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Serie temporal de clientes activos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Crear una figura explícita permite controlar tamaño, etiquetas y orden visual con intención. Qué hace: crear figura → dibujar → rotular → ajustar Para qué sirve: Sirve para pasar de una visualización funcional a una visualización comunicable.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crear figura → dibujar → rotular → ajustar.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pasar de una visualización funcional a una visualización comunicable.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pd.read_csv("datasets/retencion_clientes.csv")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fig, ax = plt.subplots(figsize=(9, 4))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ax.plot(df["mes"], df["clientes_activos"], marker="o", linewidth=2)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ax.set_title("Clientes activos por mes")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ax.set_xlabel("Mes")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ax.set_ylabel("Clientes activos")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ax.tick_params(axis="x", rotation=45)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ax.grid(alpha=0.2)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plt.tight_layout()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