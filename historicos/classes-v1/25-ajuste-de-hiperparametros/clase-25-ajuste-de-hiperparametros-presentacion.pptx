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Ajuste De Hiperparametros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la diferencia entre parámetros e hiperparámetros, y aprender a usar GridSearchCV y RandomizedSearchCV para encontrar la configuración óptima de un modelo de Machine Learning, evaluando resultados con validación cruzada.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Distinguir entre parámetros e hiperparámetros de un modelo, usar GridSearchCV y RandomizedSearchCV para optimizar modelos, interpretar curvas de aprendizaje y validación.</a:t>
            </a:r>
          </a:p>
          <a:p>
            <a:r>
              <a:rPr sz="1600">
                <a:solidFill>
                  <a:srgbClr val="505050"/>
                </a:solidFill>
              </a:rPr>
              <a:t>• Hiperparámetros vs parámetros</a:t>
            </a:r>
          </a:p>
          <a:p>
            <a:r>
              <a:rPr sz="1600">
                <a:solidFill>
                  <a:srgbClr val="505050"/>
                </a:solidFill>
              </a:rPr>
              <a:t>• GridSearchCV y RandomizedSearchCV</a:t>
            </a:r>
          </a:p>
          <a:p>
            <a:r>
              <a:rPr sz="1600">
                <a:solidFill>
                  <a:srgbClr val="505050"/>
                </a:solidFill>
              </a:rPr>
              <a:t>• Validación cruzada (cross-validation)</a:t>
            </a:r>
          </a:p>
          <a:p>
            <a:r>
              <a:rPr sz="1600">
                <a:solidFill>
                  <a:srgbClr val="505050"/>
                </a:solidFill>
              </a:rPr>
              <a:t>• Curvas de aprendizaje y de validación</a:t>
            </a:r>
          </a:p>
          <a:p>
            <a:r>
              <a:rPr sz="1600">
                <a:solidFill>
                  <a:srgbClr val="505050"/>
                </a:solidFill>
              </a:rPr>
              <a:t>• best_params_ y best_score_</a:t>
            </a:r>
          </a:p>
          <a:p>
            <a:r>
              <a:rPr sz="1600">
                <a:solidFill>
                  <a:srgbClr val="505050"/>
                </a:solidFill>
              </a:rPr>
              <a:t>• Optimización de RandomForest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25: Ajuste de Hiperparámetros y Selección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1 — ¿Qué problema resolvemos hoy?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2 — Parámetros vs Hiperparámetros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3 — Hiperparámetros comunes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4 — ¿Cómo encontrar los mejores valores?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5 — GridSearchCV en acción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3 x 3 = 9 combinaciones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6 — RandomizedSearchCV: más rápido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25 — Ajuste De Hiperparametros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