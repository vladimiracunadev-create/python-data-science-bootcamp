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092 — PCA: proyección, varianza explicada, incremental, randomized, kernel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Géron, cap. 8.  Duración estimada: 80 min. · Nivel: Intermedio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Dominar **PCA** como técnica de reducción de dimensionalidad lineal: entender la proyección al subespacio de máxima varianza vía SVD, elegir el número de componentes con `explained_variance_ratio_`, y aplicar las variantes (**Incremental**, **Randomized**, **Kernel**) según el tamaño y la geometría del dataset.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Explicar geométricamente qué hace PCA (proyección al hiperplano que maximiza la varianza).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Géron, cap. 8.  Duración estimada: 80 min. · Nivel: Intermedio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Dominar PCA como técnica de reducción de dimensionalidad lineal: entender la proyección al subespacio de máxima varianza vía SVD, elegir el número de componentes con explained_variance_ratio_, y aplicar las variantes (Incremental, Randomized, Kernel) según el tamaño y la geometría del dataset.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Explicar geométricamente qué hace PCA (proyección al hiperplano que maximiza la varianza).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Ajustar PCA de scikit-learn y leer components_, explained_variance_ratio_ y singular_values_.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Elegir el número de componentes vía umbral de varianza acumulada (ej. 95%) o codo del scree plot.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Decidir entre PCA, IncrementalPCA y PCA(svd_solver="randomized") según memoria y velocidad.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KernelPCA (RBF/poly) para datasets con estructura no-lineal y tunear gamma con GridSearchCV.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Maldición de la dimensionalidad y motivación de PCA.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Proyección al subespacio de máxima varianza: intuición geométrica.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SVD como motor algebraico de PCA.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Varianza explicada y elección de n_components (entero, ratio, "mle").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IncrementalPCA para datasets que no entran en RAM (partial_fit).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Randomized PCA (svd_solver="randomized") para acelerar en alta dimensión.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KernelPCA con kernels RBF, polinómico y sigmoide; tuning de gamma.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Estandarizamos y proyectamos. components_ son combinaciones lineales ortonormales de las features originales.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sklearn.datasets import load_digits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sklearn.preprocessing import StandardScaler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sklearn.decomposition import PCA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np.random.seed(42)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 = load_digits().data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y = load_digits().target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Xs = StandardScaler().fit_transform(X)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pca = PCA(random_state=42).fit(Xs)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print("X:", Xs.shape, "| components_:", pca.components_.shape)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print("primeros 5 explained_variance_ratio_:", pca.explained_variance_ratio_[:5].round(4))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assert pca.explained_variance_ratio_[0] &gt;= pca.explained_variance_ratio_[1]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print("los ratios vienen ordenados de mayor a menor: OK")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Cargá MNIST, aplicá StandardScaler + PCA(n_components=0.95) y reportá cuántos componentes quedaron.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Graficá la curva de varianza acumulada (cumsum(explained_variance_ratio_)) y marcá el codo.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Compará tiempos de PCA(svd_solver="full") vs "randomized" sobre MNIST con %timeit.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Usá IncrementalPCA con n_batches=100 y verificá que el resultado se aproxima al PCA full (cosine similarity entre componentes &gt; 0.99).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Sobre make_swiss_roll(n_samples=1000), aplicá KernelPCA(kernel="rbf", gamma=0.04, n_components=2) y comparalo con PCA lineal en un scatter 2D.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Reportá accuracy con n_components=50, 100, 154 (154 ≈ 95% varianza).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Mostrá la matriz pipe.named_steps["pca"].components_.shape y el explained_variance_ratio_.sum().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Entregá notebook + un párrafo explicando el trade-off accuracy vs nº de componentes.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Géron, A. Hands-On Machine Learning, 3ª ed., cap. 8 — Dimensionality Reduction, secciones "PCA", "Randomized PCA", "Incremental PCA", "Kernel PCA".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scikit-learn user guide: &lt;https://scikit-learn.org/stable/modules/decomposition.html#pca&gt;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Halko, Martinsson &amp; Tropp (2011), Finding structure with randomness — paper original de Randomized SVD.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Schölkopf, Smola &amp; Müller (1998), Nonlinear component analysis as a kernel eigenvalue problem.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093 — LLE (Locally Linear Embedding)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