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074 — Early stopping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45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Aplicar **early stopping** como técnica de regularización implícita en entrenamientos iterativos: monitorear la pérdida de validación durante el descenso por gradiente y detener el ajuste cuando deja de mejorar, conservando el mejor modelo visto.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por qué detener el entrenamiento antes del óptimo de train actúa como regularización.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4.  Duración estimada: 45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Aplicar early stopping como técnica de regularización implícita en entrenamientos iterativos: monitorear la pérdida de validación durante el descenso por gradiente y detener el ajuste cuando deja de mejorar, conservando el mejor modelo visto.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por qué detener el entrenamiento antes del óptimo de train actúa como regularización.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Configurar SGDRegressor(early_stopping=True) con validation_fraction, n_iter_no_change y tol.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Graficar curvas de train loss vs. validation loss e identificar la best epoch.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manualmente un loop con paciencia y snapshot del mejor modelo (partial_fit).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Decidir cuándo early stopping reemplaza o complementa a Ridge/Lasso.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Sobreajuste en entrenamientos iterativos (SGD, gradient boosting, redes neuronales).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Curva de aprendizaje por época: train baja, validación baja y luego sube.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Mecánica del early stopping: monitorear val loss + criterio de paciencia.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API de scikit-learn: SGDRegressor / SGDClassifier con early_stopping=True.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Implementación manual con partial_fit + copy.deepcopy del mejor estimador.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Relación con otras regularizaciones (L1, L2, dropout en deep learning).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make_regression con 50 features y ruido. Separamos train / validación / test y escalamos con StandardScaler (SGD es muy sensible a la escala).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sklearn.preprocessing import StandardScaler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mean_squared_error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make_regression(n_samples=2000, n_features=50, noise=20,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X_tmp, Xte, y_tmp, yte = train_test_split(X, y, test_size=0.2,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Xva, ytr, yva = train_test_split(X_tmp, y_tmp, test_size=0.25, random_state=42)  # 60/20/20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sc = StandardScaler().fit(Xtr)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Xva, Xte = sc.transform(Xtr), sc.transform(Xva), sc.transform(Xte)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rmse(y_true, pred):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np.sqrt(mean_squared_error(y_true, pred))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Xtr.shape[0], '| val', Xva.shape[0], '| test', Xte.shape[0])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Curva clásica: entrenar SGDRegressor(max_iter=1, warm_start=True, learning_rate='constant', eta0=0.0005) por 500 épocas sobre California Housing escalado.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Early stopping automático: comparar SGDRegressor(early_stopping=True, validation_fraction=0.2, n_iter_no_change=10, tol=1e-4) contra el modelo sin early stopping.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Paciencia: barrer n_iter_no_change ∈ {1, 5, 20, 100} y mostrar cómo afecta la época final y el error de test.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Implementación manual: escribir un loop con partial_fit que mantenga best_loss, best_model = deepcopy(sgd) y un contador de paciencia.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Comparación con Ridge: sobre make_regression con ruido, comparar (a) SGD sin regularización + early stopping, (b) Ridge con alpha tuneado por CV.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Entrenar un SGDRegressor con early_stopping=True, validation_fraction=0.2, n_iter_no_change=15, tol=1e-4, random_state=42.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Guardar la curva de loss_curve reconstruida con partial_fit (paralela, sin early stopping, 1000 épocas) en curva_val.png.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Reportar: épocas usadas por el modelo con early stopping (n_iter_), RMSE en test, y época óptima vista en la curva manual.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A. (2022). Hands-On Machine Learning with Scikit-Learn, Keras &amp; TensorFlow (3ª ed.), cap. 4, sección "Early Stopping".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docs: SGDRegressor (parámetros early_stopping, validation_fraction, n_iter_no_change, tol).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Prechelt, L. (1998). Early Stopping — But When? en Neural Networks: Tricks of the Trade.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075 — Regresión logística binaria y softmax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