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075 — Regresión logística binaria y softmax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la regresión logística como modelo lineal para clasificación: cómo la sigmoide convierte un score lineal en probabilidad, por qué se entrena minimizando **log-loss** (cross-entropy), y cómo se generaliza a multiclase con **softmax**. Además, que sepa diagnosticar si las probabilidades que devuelve un clasificador están **bien calibradas** y cómo corregirlas si no.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Derivar la sigmoide σ(z) = 1/(1+e^-z) como puente entre score lineal y probabilidad, y explicar por qué no se usa MSE en clasificación.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la regresión logística como modelo lineal para clasificación: cómo la sigmoide convierte un score lineal en probabilidad, por qué se entrena minimizando log-loss (cross-entropy), y cómo se generaliza a multiclase con softmax. Además, que sepa diagnosticar si las probabilidades que devuelve un clasificador están bien calibradas y cómo corregirlas si 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Derivar la sigmoide σ(z) = 1/(1+e^-z) como puente entre score lineal y probabilidad, y explicar por qué no se usa MSE en clasificación.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LogisticRegression binaria de sklearn, interpretar coeficientes como log-odds y la frontera de decisión.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Extender a multiclase con multi_class='multinomial' (softmax) y diferenciar de 'ovr' (one-vs-rest).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Evaluar con log-loss y Brier score, no solo accuracy.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y corregir calibración con calibration_curve y CalibratedClassifierCV (Platt / isotonic).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Sigmoide y log-odds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Log-loss (cross-entropy binaria)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Regularización (C, penalty)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Softmax para multiclase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multinomial vs ovr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Predict_proba y calibración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Sigmoide σ(z): Función 1/(1+exp(-z)) que mapea ℝ → (0,1).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Log-loss (cross-entropy binaria): -[y·log(p) + (1-y)·log(1-p)].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Softmax: Generalización de la sigmoide a K clases: softmax(z_k) = exp(z_k) / Σ exp(z_j).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Cross-entropy categórica: Generalización del log-loss a K clases: -Σ_k y_k · log(p_k) con y one-hot.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Calibración: Propiedad de que P(y=1 | ŷ=p) ≈ p para todo 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Reliability diagram: Gráfico de fracción observada de positivos vs score promedio en bins.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Entrenamos LogisticRegression (escalada) y reportamos accuracy, log-loss y matriz de confusión. Interpretamos los coeficientes de mayor peso como odds-ratio $\exp(w)$.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load_breast_cancer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make_pipeline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log_loss, confusion_matrix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data = load_breast_cancer()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Xc, yc = data.data, data.target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train_test_split(Xc, yc, test_size=0.2, random_state=42, stratify=yc)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clf = make_pipeline(StandardScaler(), LogisticRegression(max_iter=1000)).fit(Xtr, ytr)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proba = clf.predict_proba(Xte)[:, 1]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print('accuracy:', round(accuracy_score(yte, clf.predict(Xte)),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print('log-loss:', round(log_loss(yte, proba),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print('matriz de confusión:\n', confusion_matrix(yte, clf.predict(Xte)))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coef = clf.named_steps['logisticregression'].coef_[0]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i in np.argsort(np.abs(coef))[::-1][:5]: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Logística binaria desde cero.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Frontera de decisión.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Softmax sobre iris.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Reliability diagram de un RandomForest.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Calibrar con CalibratedClassifierCV.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 sobre make_classification(n_samples=20000, weights=[0.9, 0.1], random_state=42): (a) entrena LogisticRegression y RandomForestClassifier; (b) reporta accuracy, log-loss y Brier score de ambos en test; (c) grafica reliability diagram de ambos en la misma figura; (d) calibra el RF con CalibratedClassifierCV(method='isotonic', cv=5) y reporta el nuevo Brier; (e) escribe 2-3 líneas interpretando: ¿quedó el RF mejor calibrado que la logística cruda?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4 § Logistic Regression y § Softmax Regression.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Probability calibration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LogisticRegression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Niculescu-Mizil &amp; Caruana (2005), Predicting Good Probabilities With Supervised Learning, ICML — paper canónico sobre Platt vs isotonic en RF, SVM, boosting, NB.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Guo et al. (2017), On Calibration of Modern Neural Networks — temperature scaling.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076 — Calibración de probabilidades: Platt, isotonic, temperature scaling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