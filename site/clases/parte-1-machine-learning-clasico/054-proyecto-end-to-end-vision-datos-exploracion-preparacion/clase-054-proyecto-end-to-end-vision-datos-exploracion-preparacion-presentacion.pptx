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054 — Proyecto end-to-end: visión, datos, exploración, preparación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(California Housing).  Duración estimada: 90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recorra la primera mitad de un proyecto de ML real de punta a punta: framear el problema en términos de negocio, conseguir los datos, hacer un EDA honesto, separar train/test sin contaminarse, y dejar el pipeline de preparación (limpieza, encoding, scaling) listo para entrenar — todo sobre el dataset California Housing del capítulo 2 de Géron.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Framear el problema en términos de negocio: tipo de tarea (regresión/clasificación), métrica, baseline.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(California Housing).  Duración estimada: 90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recorra la primera mitad de un proyecto de ML real de punta a punta: framear el problema en términos de negocio, conseguir los datos, hacer un EDA honesto, separar train/test sin contaminarse, y dejar el pipeline de preparación (limpieza, encoding, scaling) listo para entrenar — todo sobre el dataset California Housing del capítulo 2 de Géron.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Framear el problema en términos de negocio: tipo de tarea (regresión/clasificación), métrica, baseline.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un EDA reproducible: describe, info, hist, corr, scatter matrix, mapas geográficos.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Separar train/test correctamente con train_test_split estratificado por una variable clave (income bucket).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pipeline con Pipeline + ColumnTransformer que limpie, encode (OneHotEncoder) y escale (StandardScaler) en un solo objeto.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Evitar data leakage: todo cálculo (medias, encodings, scalers) se ajusta solo en train y se aplica en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Framing del problema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EDA: describe, hist, corr, geo plot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Stratified split por income bucket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Limpieza: NaN, outliers, tipos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Encoding categórico (OneHotEncoder, OrdinalEncoder)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Scaling (StandardScaler, MinMaxScaler)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Pipelines + ColumnTransformer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 (sklearn): Secuencia de transformaciones (nombre, estimator) que termina opcionalmente en un modelo.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ColumnTransformer: Aplica transformadores distintos a subconjuntos de columnas (numéricas → scaler, categóricas → encoder) y concatena el resultado.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Stratified split: Separación train/test que preserva la distribución de una variable clave (target en clasificación, o un bucket de una numérica como income_cat).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OneHotEncoder: Convierte cada valor único de una categórica en una columna binaria.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StandardScaler: Resta media y divide por desvío estándar (z-score).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Target leakage: Cualquier feature, encoding o estadístico que contenga información del target o del test al momento de entrenar.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Primera mitad de un proyecto real: framing, EDA, split estratificado sin contaminarse y un Pipeline + ColumnTransformer que limpia, encodea y escala sin data leakage. Usamos un dataset sintético tipo "housing" (numéricas + categórica + NaN) para correr offline.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StratifiedShuffleSplit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sklearn.compose import ColumnTransformer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sklearn.impute import SimpleImputer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StandardScaler, OneHotEncoder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LinearRegression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root_mean_squared_error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EDA mínimo.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Stratified split por income bucket.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Target encoding sin leakage.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KNNImputer vs SimpleImputer.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completo.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carga del dataset + EDA con al menos 4 gráficos; (b) stratified split por income bucket con verificación de proporciones; (c) pipeline ColumnTransformer (numéricas con KNNImputer+StandardScaler, categóricas con OneHotEncoder); (d) feature engineering manual con al menos 2 features derivadas (rooms_per_household, bedrooms_per_room); (e) baseline LinearRegression con RMSE reportado en train y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2 — End-to-End Machine Learning Project (California Housing).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Pipeline y ColumnTransformer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impute (SimpleImputer, KNNImputer, IterativeImputer)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TargetEncoder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category_encoders docs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Rubin, D. B. (1976). Inference and missing data. Biometrika.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055 — Feature Engineering avanzado: target encoding + MICE imputation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