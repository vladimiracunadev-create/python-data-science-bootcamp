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078 — SVM no lineal: kernel polinomial y RBF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entrene SVMs sobre datos **no linealmente separables** usando el **kernel trick**: en lugar de generar features polinómicas a mano (caro en memoria), `SVC` calcula el producto interno en el espacio expandido vía una función kernel. Foco en kernel **polinomial** y **RBF (Gaussian)**, y cómo `gamma` y `C` controlan el bias-variance trade-off.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kernel trick: por qué K(x, x') evita materializar el feature map φ(x).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5.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SVMs sobre datos no linealmente separables usando el kernel trick: en lugar de generar features polinómicas a mano (caro en memoria), SVC calcula el producto interno en el espacio expandido vía una función kernel. Foco en kernel polinomial y RBF (Gaussian), y cómo gamma y C controlan el bias-variance trade-off.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kernel trick: por qué K(x, x') evita materializar el feature map φ(x).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SVC(kernel='poly') y SVC(kernel='rbf') en datasets no lineales (moons, circles).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gamma y C con GridSearchCV entendiendo el efecto en la frontera.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kernel según geometría del problema (polinomial vs RBF vs lineal).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límite computacional de SVC: complejidad entre O(n²) y O(n³), no escala a &gt;100k filas.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Datos no linealmente separables (moons, circles)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Polynomial features manuales vs kernel trick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polinomial: degree, coef0, gamma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RBF (Gaussian): gamma como inverso del ancho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 (regularización) × gamma (forma)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O(n²)–O(n³) y LinearSVC / SGDClassifier para N grande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trick: Truco matemático que reemplaza el producto interno φ(x)·φ(x') en el espacio expandido por una función K(x, x') calculable directamente en el espacio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RBF (Gaussian): K(x, x') = exp(-γ · ||x - x'||²).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gamma (γ): Inverso del ancho del kernel RBF.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polinomial: K(x, x') = (γ · x·x' + coef0)^degree.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sigmoid: K(x, x') = tanh(γ · x·x' + coef0).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O(n²)–O(n³): SVC resuelve un QP cuadrático sobre los n ejemplos.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make_moons genera dos medialunas entrelazadas; make_circles, dos anillos concéntricos. Ninguno es separable con una recta.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make_circles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make_pipeline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GridSearchCV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Xm, ym = make_moons(n_samples=300, noise=0.20,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Xc, yc = make_circles(n_samples=300, noise=0.10, factor=0.4, random_state=RND)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plot_boundary(ax, model, X, y, title):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 = 0.02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x0 = np.linspace(X[:, 0].min() - 0.5, X[:, 0].max() + 0.5,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x1 = np.linspace(X[:, 1].min() - 0.5, X[:, 1].max() + 0.5,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xx, yy = np.meshgrid(x0, x1)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Z = model.predict(np.c_[xx.ravel(), yy.ravel()]).reshape(xx.shape)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Lineal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Polynomial kernel.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RBF kernel.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 search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con StandardScaler.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make_moons(n_samples=1000, noise=0.2). Train/test split 80/20. Entrenar tres modelos: (a) SVC(kernel='linear'), (b) SVC(kernel='poly', degree=3), (c) SVC(kernel='rbf') con gamma y C tuneados vía GridSearchCV(cv=5). Reportar accuracy en test de los tres y graficar las tres fronteras de decisión en una grilla 1×3.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5 — Nonlinear SVM Classification y The Kernel Trick.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SVC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RBF kernel intuition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Kernel approximation (Nystroem)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079 — SVM para regresión (SVR)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