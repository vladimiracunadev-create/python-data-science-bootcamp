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073 — Regularización: Ridge, Lasso, Elastic 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Aprender a controlar el overfitting en modelos lineales mediante regularización **L2 (Ridge)**, **L1 (Lasso)** y su combinación (**Elastic Net**), entendiendo el rol del hiperparámetro **alpha**, la importancia del **scaling**, y cuándo conviene cada variante.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qué es la regularización y por qué reduce la varianza de un modelo lineal.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Aprender a controlar el overfitting en modelos lineales mediante regularización L2 (Ridge), L1 (Lasso) y su combinación (Elastic Net), entendiendo el rol del hiperparámetro alpha, la importancia del scaling, y cuándo conviene cada variante.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qué es la regularización y por qué reduce la varianza de un modelo lineal.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Ridge, Lasso y ElasticNet de scikit-learn sobre un dataset escalado.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Tunear alpha con RidgeCV / LassoCV / ElasticNetCV y leer los coeficientes resultantes.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Justificar la elección entre L1, L2 y L1+L2 según el problema (multicolinealidad, sparsity, número de features).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por qué Lasso "anula" features y Ridge solo las "encoge".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Sesgo–varianza y motivación de la regularización.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Ridge (L2): penalización α · Σβ². Encoge coeficientes hacia cero sin anularlos.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Lasso (L1): penalización α · Σ|β|. Produce soluciones sparse (selección de features).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Elastic Net: combinación L1+L2 con l1_ratio.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Hiperparámetro alpha: efecto en bias/varianza; α=0 ≡ OLS; α→∞ ≡ modelo nulo.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Scaling obligatorio (StandardScaler) antes de regularizar.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Selección de α con CV: RidgeCV, LassoCV, ElasticNetCV.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make_regression con 50 features de las cuales solo 10 son informativas. Lasso debería anular gran parte de las 40 ruidosas.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y, coef_true = make_regression(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n_samples=200, n_features=50, n_informative=10, noise=10,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coef=True,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Xte, ytr, yte = train_test_split(X, y, test_size=0.2,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n_informativas = int((coef_true != 0).sum())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print('features:', X.shape[1], '| informativas reales:', n_informativas)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OLS baseline: entrená LinearRegression sobre California Housing escalado.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Ridge: entrená Ridge(alpha=1.0) sobre los mismos datos.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Lasso: entrená Lasso(alpha=0.1).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Elastic Net: entrená ElasticNet(alpha=0.1, l1_ratio=0.5).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Tuning con CV: usá RidgeCV(alphas=np.logspace(-3, 3, 50)) y LassoCV(cv=5) para encontrar el mejor alpha.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Entrená OLS, Ridge, Lasso y Elastic Net (todos con StandardScaler en Pipeline).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Tuneá alpha con la variante *CV correspondiente.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Reportá: RMSE en test (split 80/20, random_state=42), número de coeficientes ≠ 0, y top-5 features por |coef| en Lasso.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A. Hands-On Machine Learning with Scikit-Learn, Keras &amp; TensorFlow (3.ª ed.), cap. 4 — sección "Regularized Linear Models".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— Linear Models: Ridge, Lasso, Elastic Net.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Hastie, Tibshirani, Friedman — The Elements of Statistical Learning, cap. 3.4 (Shrinkage Methods).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Zou &amp; Hastie (2005), "Regularization and variable selection via the elastic net".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074 — Early stopping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