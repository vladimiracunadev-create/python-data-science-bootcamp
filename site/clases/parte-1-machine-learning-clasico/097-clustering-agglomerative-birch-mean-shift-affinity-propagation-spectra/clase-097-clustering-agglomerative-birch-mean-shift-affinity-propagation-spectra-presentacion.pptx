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§ Other Clustering Algorithms.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conozca el zoológico de algoritmos de clustering más allá de K-Means y DBSCAN — **Agglomerative** (jerárquico, lee dendrogramas), **BIRCH** (escalable a millones de filas), **Mean Shift** (denso, sin especificar k), **Affinity Propagation** (elige exemplars por message-passing) y **Spectral Clustering** (clustering vía autovectores del grafo de similitud) — y sepa cuándo elegir cada uno según tamaño del dataset, forma de los clusters y necesidad de jerarquía.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dendrograma con scipy.cluster.hierarchy.linkage y cortarlo a una altura dada para obtener clusters.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 § Other Clustering Algorithms.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el zoológico de algoritmos de clustering más allá de K-Means y DBSCAN — Agglomerative (jerárquico, lee dendrogramas), BIRCH (escalable a millones de filas), Mean Shift (denso, sin especificar k), Affinity Propagation (elige exemplars por message-passing) y Spectral Clustering (clustering vía autovectores del grafo de similitud) — y sepa cuándo elegir cada uno según tamaño del dataset, forma de los clusters y necesidad de jerarquía.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dendrograma con scipy.cluster.hierarchy.linkage y cortarlo a una altura dada para obtener clusters.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un linkage (ward, complete, average, single) según la forma esperada de los clusters y conocer el efecto del chaining en single.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BIRCH para datasets que no entran en memoria, ajustando threshold y branching_factor.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Mean Shift ajustando bandwidth (con estimate_bandwidth) y entender por qué descubre el número de clusters automáticamente.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Affinity Propagation y Spectral Clustering según escalabilidad (AP es O(n²) en memoria) y geometría (Spectral funciona en clusters no convexos).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Agglomerative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BIRCH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Shift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Affinity Propagation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Spectral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Clustering aglomerativo (jerárquico): Algoritmo bottom-up: arranca con cada punto como su propio cluster y en cada paso fusiona los dos clusters más cercanos hasta llegar a uno solo.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Linkage: Criterio para medir la distancia entre dos clusters durante la fusión.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Dendrograma: Diagrama de árbol invertido que muestra el orden y la altura (= distancia entre clusters fusionados) de cada merge.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BIRCH (Balanced Iterative Reducing and Clustering using Hierarchies): Algoritmo de dos pasos para datasets enormes.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Shift: Algoritmo basado en densidad.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Bandwidth: Ancho del kernel en Mean Shift.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scipy.cluster.hierarchy.linkage construye la jerarquía bottom-up; cortarla a una altura da los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scipy.cluster.hierarchy import linkage, dendrogram, fcluster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Xs, _ = make_blobs(n_samples=50, centers=4, cluster_std=0.6,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linkage(Xs, method="ward")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labels_cut = fcluster(Z, t=4, criterion="maxclust")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print("clusters tras cortar a 4:", np.unique(labels_cut))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len(np.unique(labels_cut)) ==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plt.figure(figsize=(9,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dendrogram(Z, truncate_mode="lastp", p=20)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plt.title("Dendrograma (ward linkage)")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plt.xlabel("muestras"); plt.ylabel("distancia de fusion")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Dendrograma sobre make_blobs.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Linkage comparison.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BIRCH escalable.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Mean Shift sin saber 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Spectral vs K-Means en make_circles.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dendrograma de load_iris().data usando ward linkage, cortado para obtener 3 clusters; (b) tabla comparativa de Adjusted Rand Index entre las labels verdaderas y las predichas por Agglomerative, BIRCH, Mean Shift, Affinity Propagation y Spectral — corriendo los 5 sobre el mismo Iris; (c) gráfico 2D (con las 2 primeras PCs) coloreado por las labels de cada método; (d) párrafo justificando qué método ganó y por 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Hands-On ML, cap. 9 § Other Clustering Algorithms.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— Clustering overview (tabla comparativa)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 linkage + dendrogram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Frey &amp; Dueck (2007) — Affinity Propagation paper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von Luxburg (2007) — A Tutorial on Spectral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098 — Gaussian Mixture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