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057 — Fine-tuning: grid search y randomized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tunear hiperparámetros "a ojo" y use búsquedas sistemáticas con validación cruzada — `GridSearchCV` cuando el espacio es chico y discreto, `RandomizedSearchCV` cuando es grande o continuo — integradas dentro de un `Pipeline` para evitar data leakage del preprocesamiento.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parámetros entrenados (pesos del modelo) de hiperparámetros (los que vos fijás antes del fit).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tunear hiperparámetros "a ojo" y use búsquedas sistemáticas con validación cruzada — GridSearchCV cuando el espacio es chico y discreto, RandomizedSearchCV cuando es grande o continuo — integradas dentro de un Pipeline para evitar data leakage del preprocesamiento.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parámetros entrenados (pesos del modelo) de hiperparámetros (los que vos fijás antes del 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GridSearchCV con param_grid, cv, scoring, n_jobs=-1 y leer best_params_ / best_estimator_ /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RandomizedSearchCV con param_distributions (scipy.stats: randint, uniform, loguniform) y n_iter para presupuestar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Integrar HPO dentro de un Pipeline usando claves del tipo 'step__hparam' para tunear preprocesamiento + modelo juntos.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grid vs random vs bayesiano según tamaño del espacio, costo por fit y continuidad de los hiperparámetros.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vs parámetros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param_grid y scoring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cv y n_jobs=-1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RandomizedSearchCV con distribuciones (randint, loguniform)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HPO con sintaxis step__hparam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Inspeccionar cv_results_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Hiperparámetro: Parámetro que vos fijás antes del entrenamiento y que el fit no aprende.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GridSearchCV(estimator, param_grid, cv, scoring, n_jobs): Evalúa el producto cartesiano de param_grid con 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RandomizedSearchCV(estimator, param_distributions, n_iter, cv, scoring): Muestrea n_iter combinaciones de las distribuciones.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param_distributions: Dict {'hparam': distribución_o_lista}.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refit=True (default): Tras encontrar la mejor combinación, re-entrena el estimador sobre todo el train set con esos hparams.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best_params_: Dict con la combinación ganadora.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tunear "a ojo": GridSearchCV para espacios chicos y discretos, RandomizedSearchCV con distribuciones para espacios grandes o continuos, todo dentro de un Pipeline para evitar leakage del preprocesamiento.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randint,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GridSearchCV, RandomizedSearchCV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load_diabetes(return_X_y=True)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Xtr.shape, 'test', Xte.shape)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sobre RandomForestRegressor.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 con distribuciones.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+ HPO.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Inspección de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Optuna sobre el mismo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baseline con RandomForestRegressor sin tunear; (b) GridSearchCV con grid chico (≤27 combos); (c) RandomizedSearchCV con n_iter=30 y distribuciones log; (d) Optuna con n_trials=30 y MedianPruner; (e) tabla comparativa con RMSE en test, tiempo de búsqueda y mejor combinación de cada método.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§ Fine-Tune Your Model.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GridSearchCV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Successive Halving (experimental)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Optuna docs — TPE, pruners, dashboard.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Bergstra &amp; Bengio (2012), Random Search for Hyper-Parameter Optimization, JMLR.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058 — Optuna y HPO bayesiano dedicado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