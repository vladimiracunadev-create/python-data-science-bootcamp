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098 — Gaussian Mixture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Entender los **Gaussian Mixture Models (GMM)** como modelo probabilístico de *soft clustering*, ajustarlos con el algoritmo **EM** en scikit-learn, elegir el número de componentes con **BIC/AIC**, y conocer las variantes (`covariance_type`, `BayesianGaussianMixture`) para aplicarlas en clustering, densidad y detección de anomalías.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Explicar qué es un GMM y cómo se diferencia de K-Means (asignación dura vs. probabilística).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9.  Duración estimada: 70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Entender los Gaussian Mixture Models (GMM) como modelo probabilístico de soft clustering, ajustarlos con el algoritmo EM en scikit-learn, elegir el número de componentes con BIC/AIC, y conocer las variantes (covariance_type, BayesianGaussianMixture) para aplicarlas en clustering, densidad y detección de anomalías.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Explicar qué es un GMM y cómo se diferencia de K-Means (asignación dura vs. probabilística).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Ajustar un GaussianMixture con scikit-learn y obtener predict, predict_proba y score_samples.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Seleccionar el número óptimo de componentes comparando BIC y AIC en una grilla.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Elegir el covariance_type apropiado (full, tied, diag, spherical) según supuestos y tamaño del dataset.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BayesianGaussianMixture para que el modelo descarte componentes innecesarios automáticamente.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Modelos de mezcla: intuición y fórmula.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Algoritmo Expectation-Maximization (EM): paso E (responsabilidades) + paso M (actualizar medias, covarianzas, pesos).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API de sklearn.mixture.GaussianMixture: n_components, covariance_type, n_init, tol.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Métodos: predict_proba (soft), score_samples (log-densidad), sample (generar datos).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Selección de modelo con BIC y AIC.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Variantes de covarianza y su impacto en parámetros / sesgo / varianza.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Bayesian GMM con prior de Dirichlet: aprende cuántos componentes hacen falta.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GaussianMixture asume mezcla de gaussianas. Comparamos predict contra las etiquetas reales con ARI.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make_blobs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sklearn.mixture import GaussianMixture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adjusted_rand_score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y_true = make_blobs(n_samples=1000, centers=3, cluster_std=[1.0, 2.0, 0.5],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gmm = GaussianMixture(n_components=3, n_init=10, random_state=42).fit(X)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labels = gmm.predict(X)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print("ARI GMM vs verdad:", round(adjusted_rand_score(y_true, labels), 4))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print("pesos de mezcla:", gmm.weights_.round(3))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assert gmm.converged_, "EM deberia converger"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plt.figure(figsize=(7, 5))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plt.scatter(X[:, 0], X[:, 1], c=labels, cmap="tab10", s=10, alpha=0.6)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plt.scatter(gmm.means_[:, 0], gmm.means_[:, 1], c="black", marker="X", s=150)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plt.title("GMM (3 componentes) sobre blobs de varianza distinta")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plt.tight_layout(); plt.show()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Ajuste básico: generá make_blobs con 3 centros y cluster_std variable.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Soft vs.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Selección de K con BIC/AIC: ajustá GMMs con n_components de 1 a 10.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covariance_type: repetí el ajuste con los 4 tipos sobre un dataset con clusters elípticos rotados.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Bayesian GMM: ajustá BayesianGaussianMixture(n_components=10, weight_concentration_prior=0.01) sobre datos con 3 clusters reales y mostrá que los pesos efectivos son ≈ 3.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Estandarizá las features.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Ajustá GMMs con n_components de 1 a 8 y covariance_type en ['full', 'tied', 'diag', 'spherical'].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Elegí el (n_components, covariance_type) con BIC mínimo.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Calculá el Adjusted Rand Index entre predict del mejor modelo y y real.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 (3ª ed.), cap. 9 § "Gaussian Mixtures".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Gaussian Mixture Models.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scikit-learn — GaussianMixture y BayesianGaussianMixture.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Bishop, Pattern Recognition and Machine Learning, cap. 9 (EM y mixtures).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099 — Detección de anomalías: Isolation Forest, LOF, One-Class SVM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