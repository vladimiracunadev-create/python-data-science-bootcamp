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061 — CRISP-DM como framework metodológico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CRISP-DM 1.0 spec + Géron cap. 2.  Duración estimada: 50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entienda CRISP-DM (Cross-Industry Standard Process for Data Mining) como esqueleto metodológico para todo proyecto de ML/DS — sus 6 fases, su naturaleza iterativa (no en cascada), y cuándo conviene complementarlo o reemplazarlo por TDSP de Microsoft o por el "ML lifecycle moderno" con MLOps. La idea es dejar de improvisar el orden del trabajo y tener un mapa al que volver cuando un proyecto se trabe.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Enumerar y explicar las 6 fases de CRISP-DM y los entregables típicos de cada una.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CRISP-DM 1.0 spec + Géron cap. 2.  Duración estimada: 50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entienda CRISP-DM (Cross-Industry Standard Process for Data Mining) como esqueleto metodológico para todo proyecto de ML/DS — sus 6 fases, su naturaleza iterativa (no en cascada), y cuándo conviene complementarlo o reemplazarlo por TDSP de Microsoft o por el "ML lifecycle moderno" con MLOps. La idea es dejar de improvisar el orden del trabajo y tener un mapa al que volver cuando un proyecto se trabe.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Enumerar y explicar las 6 fases de CRISP-DM y los entregables típicos de cada una.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Identificar la fase actual de un proyecto real y la próxima transición esperada.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Definir business success criteria antes de tocar datos, distinguiéndolos de métricas técnicas (accuracy, RMSE).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iteraciones legítimas (volver de Evaluation a Business Understanding) vs. retrabajo por mala planificación.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Comparar CRISP-DM con TDSP y el ML lifecycle moderno y elegir según contexto (PoC, equipo chico, producción seria, MLOps).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Business Understanding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Data Understanding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Data Preparation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Modeling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Evaluation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Deployment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Iteración + comparación TDSP / ML lifecycle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Business Understanding: Fase 1.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Data Understanding: Fase 2.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Data Preparation: Fase 3.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Modeling: Fase 4.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Evaluation: Fase 5.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Deployment: Fase 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Recorremos las 6 fases de CRISP-DM como un mini proyecto end-to-end ejecutable: de los business success criteria al deployment, mostrando que iterar es la norma, no la excepción. Requiere: numpy, pandas, scikit-learn, joblib, matplotlib.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joblib, tempfile, os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make_classification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train_test_split, cross_val_score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sklearn.pipeline import Pipeline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sklearn.preprocessing import StandardScaler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sklearn.linear_model import LogisticRegression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sklearn.ensemble import RandomForestClassifier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 import recall_score, precision_score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Identificar la fase.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Business success criteria.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las 6 fases a un caso real.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Comparar frameworks.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Detectar iteración legítima vs retrabajo.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Documento Markdown (1–2 páginas) tomando un proyecto propio (real o sintético) y desarrollando las 6 fases de CRISP-DM con: (a) objetivo de negocio en una frase; (b) 2 business success criteria cuantificables; (c) descripción mínima de datos disponibles; (d) plan de data prep en bullets; (e) 2 algoritmos candidatos justificados; (f) cómo se evaluará contra los criterios de (b); (g) cómo se desplegaría y monitorearía.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CRISP-DM 1.0 step-by-step data mining guide (Wirth &amp; Hipp, 2000)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Géron, cap. 2 End-to-End Machine Learning Project.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Microsoft Team Data Science Process (TDSP)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Google ML Lifecycle / MLOps levels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062 — Clasificación binaria con MNIST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