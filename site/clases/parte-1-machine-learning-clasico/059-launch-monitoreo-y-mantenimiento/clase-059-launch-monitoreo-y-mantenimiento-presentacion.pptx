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059 — Launch, monitoreo y mantenimiento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Launch, Monitor, and Maintain Your System.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que **entrenar el modelo es la mitad del trabajo**: el resto es ponerlo en producción de forma segura, monitorearlo para detectar degradación (data drift, model drift) y mantenerlo vivo con un ciclo de retraining. Además, documentar el modelo con una **Model Card** para que terceros (compliance, negocio, usuarios) sepan qué hace, dónde falla y qué no hay que hacerle.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un pipeline de deploy mínimo (serialización con joblib, servicio detrás de una API, versionado del artefacto).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2 § Launch, Monitor, and Maintain Your System. ·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que entrenar el modelo es la mitad del trabajo: el resto es ponerlo en producción de forma segura, monitorearlo para detectar degradación (data drift, model drift) y mantenerlo vivo con un ciclo de retraining. Además, documentar el modelo con una Model Card para que terceros (compliance, negocio, usuarios) sepan qué hace, dónde falla y qué no hay que hacerle.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deploy mínimo (serialización con joblib, servicio detrás de una API, versionado del artefacto).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data drift de model drift y elegir métricas para cada uno (PSI, KS, accuracy en holdout móvil).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retraining trigger (calendario fijo vs. trigger por drift vs. trigger por caída de KPI de negocio).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estrategias de release (canary, shadow deploy, A/B test) y elegir según riesgo.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 con secciones mínimas (uso previsto, métricas por subgrupo, limitaciones).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 de deploy: joblib.dump, contenedor, endpoint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drift (inputs cambian) vs. model drift (performance baja)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de drift: PSI, KS-test, distancia de Wasserstein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Retraining: calendario, trigger por drift, trigger por KPI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Estrategias de release: shadow, canary, A/B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Alertas y observabilidad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Cards y Datasheets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Deployment: Proceso de exponer un modelo entrenado como servicio consumible (REST, batch, edge).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 drift (concept drift): La relación entre X e y cambia con el tiempo.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 drift (covariate shift): La distribución de los inputs X cambia, aunque la relación X→y siga estable.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Retraining trigger: Regla que decide cuándo reentrenar.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A/B test: Dos versiones del modelo sirven tráfico en paralelo (e.g.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Shadow deploy: El modelo nuevo recibe los mismos requests que el viejo pero sus predicciones no se devuelven al usuario — se loguean para comparar.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Entrenar es la mitad: el resto es serializar, detectar data drift (PSI, KS-test), disparar retraining y comparar releases (shadow deploy). Simulamos todo de forma ejecutable. Requiere: numpy, pandas, scipy, scikit-learn, joblib,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joblib,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scipy.stats import ks_2samp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Serializar y cargar.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data drift con PSI.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KS-test para drift.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shadow 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Redactar una Model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entrene un clasificador, (b) lo serialice con joblib, (c) simule un mes de tráfico productivo con una feature drifteada, (d) calcule PSI por feature, (e) dispare una alerta si PSI &gt; 0.25, (f) entregue un archivo MODEL_CARD.md completo en la carpeta del homework.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2 § Launch, Monitor, and Maintain Your System.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 et al. (2019). Model Cards for Model Reporting. FAT* 2019.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Gebru et al. (2018). Datasheets for Datasets.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Model Cards guide.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Google model-card-toolkit.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 AI Act — documentación técnica (Anexo IV).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060 — Model Cards y Responsible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