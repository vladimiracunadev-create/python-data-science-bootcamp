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082 — Regresión con árboles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6.  Duración estimada: 45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Entrenar árboles de decisión para problemas de regresión con `DecisionTreeRegressor`, entender por qué sus predicciones son **escalonadas** (constantes por hoja) y reconocer su incapacidad para **extrapolar** fuera del rango de entrenamiento.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Ajustar un DecisionTreeRegressor de scikit-learn y predecir sobre datos nuevos.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6.  Duración estimada: 45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Entrenar árboles de decisión para problemas de regresión con DecisionTreeRegressor, entender por qué sus predicciones son escalonadas (constantes por hoja) y reconocer su incapacidad para extrapolar fuera del rango de entrenamiento.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Ajustar un DecisionTreeRegressor de scikit-learn y predecir sobre datos nuevos.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cómo el criterio MSE (squared error) decide los splits en regresión.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Visualizar la predicción escalonada del árbol contra el target real en 1D.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el problema de no-extrapolación y contrastarlo con regresión lineal.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Regular max_depth / min_samples_leaf para balancear bias y varianza.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DecisionTreeRegressor: API e hiperparámetros principales.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Criterio de split: squared_error (MSE) y friedman_mse.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Predicción como media del target dentro de cada hoja → función escalonada.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Sobreajuste con árboles profundos y regularización vía max_depth, min_samples_leaf, min_samples_split.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Limitación clave: el árbol no extrapola — predice el último valor visto en los extremos.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Comparación rápida con regresión lineal en datos con tendencia.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Generamos y = sin(x) + ruido y entrenamos árboles de max_depth=2 y max_depth=5. Se ven las escaleras: más profundidad = más escalones.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sklearn.tree import DecisionTreeRegressor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LinearRegression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load_diabetes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train_test_split, cross_val_score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mean_squared_error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RND = 42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np.random.default_rng(RND)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np.linspace(-3, 3, 200)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np.sin(x) + rng.normal(0, 0.1, size=x.size)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x.reshape(-1, 1)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fig, ax = plt.subplots(figsize=(7, 5))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ax.scatter(x, y, s=12, c="lightgray", label="datos")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for d, color in [(2, "tab:blue"), (5, "tab:red")]: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m = DecisionTreeRegressor(max_depth=d, random_state=RND).fit(X, y)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ax.plot(x, m.predict(X), color=color, lw=2, label=f"max_depth={d}")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ax.set_title("Prediccion escalonada del arbol"); ax.legend()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Ajuste básico: generá los datos sin(x) + ruido, entrená DecisionTreeRegressor(max_depth=2) y max_depth=5, y graficá ambas predicciones sobre los puntos.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MSE en train vs test: hacé train_test_split(test_size=0.3), calculá mean_squared_error en train y test para max_depth ∈ {1, 2, 4, 8, None}.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No extrapolación: predecí con el modelo entrenado sobre x_new = np.linspace(-5, 5, 200) (rango más ancho que el train).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Árbol vs lineal: entrená LinearRegression sobre los mismos datos.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California Housing: corré cross_val_score(DecisionTreeRegressor(max_depth=6), X, y, scoring='neg_mean_squared_error', cv=5) y compará contra max_depth=None.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Genere y = 0.5 * x + sin(x) + ruido con x en [0, 10].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Entrene DecisionTreeRegressor(max_depth=4, random_state=42) y LinearRegression.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Prediga sobre x_new en [0, 15] (excede el rango de train).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Imprima el MSE en test (dentro del rango) y el valor predicho por el árbol en x=15.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A. Hands-On Machine Learning with Scikit-Learn, Keras &amp; TensorFlow, 3ra ed., cap. 6 — sección "Regression".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scikit-learn: DecisionTreeRegressor.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scikit-learn user guide: Decision Trees — Regression.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083 — Voting classifiers: hard y soft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