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095 — Clustering K-Means: selección de K, MiniBatch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K-Means para segmentar datos no etiquetados, elegir el número de clusters `K` con criterios reproducibles (elbow, silhouette) y escalar el algoritmo con `MiniBatchKMeans` cuando el dataset no entra cómodo en memoria.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el algoritmo de Lloyd y por qué K-Means++ mejora la inicialización aleatoria.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K-Means para segmentar datos no etiquetados, elegir el número de clusters K con criterios reproducibles (elbow, silhouette) y escalar el algoritmo con MiniBatchKMeans cuando el dataset no entra cómodo en memoria.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algoritmo de Lloyd y por qué K-Means++ mejora la inicialización aleatoria.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KMeans de scikit-learn fijando n_init y random_state para resultados estables.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K combinando elbow method (inercia vs K) y silhouette score.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Reemplazar KMeans por MiniBatchKMeans y discutir el trade-off velocidad / calidad.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por qué K-Means falla sin escalado o frente a clusters no esféricos.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Clustering no supervisado: planteo del problema.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Algoritmo de Lloyd: asignación + actualización de centroides.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Inicialización: random vs K-Means++; rol de n_init.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Inercia (within-cluster sum of squares) como objetivo.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Selección de K: elbow method, silhouette score, gap statistic (mención).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MiniBatchKMeans para datasets grandes / streaming.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Limitaciones: clusters no convexos, densidades distintas, sensibilidad al escalado.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make_blobs con 5 centros; ajustamos KMeans con n_init y random_state fijos.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make_blobs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sklearn.cluster import KMeans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y_true = make_blobs(n_samples=2000, centers=5, cluster_std=0.5,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km = KMeans(n_clusters=5, n_init=10, random_state=42).fit(X)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print("inercia:", round(km.inertia_, 2), "| centroides:", km.cluster_centers_.shape)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5))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plt.scatter(X[:, 0], X[:, 1], c=km.labels_, cmap="tab10", s=8, alpha=0.6)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plt.scatter(km.cluster_centers_[:, 0], km.cluster_centers_[:, 1],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c="black", marker="X", s=150, label="centroides")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plt.legend(); plt.title("K-Means (K=5) sobre make_blobs")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Generá blobs con 5 centros, ajustá KMeans(n_clusters=5, n_init=10, random_state=42) y graficá los puntos coloreados por etiqueta junto con cluster_centers_.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Para K en range(2, 11), calculá inertia_ y silhouette_score.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Repetí el ajuste sin escalar un dataset donde una feature tenga escala 100× mayor que la otra.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Sobre load_digits(), ajustá KMeans(n_clusters=10) y MiniBatchKMeans(n_clusters=10, batch_size=256).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Probá K-Means sobre make_moons(noise=0.05).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Cargue make_blobs con random_state=42, 4 centros reales.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Recorra K = 2..8 y guarde inercia + silhouette en un DataFrame.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Imprima el K óptimo según silhouette y genere elbow.png + silhouette.png.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Hands-On Machine Learning (3ra ed.), cap. 9 — sección "K-Means".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user guide: Clustering — K-Means.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Arthur, D. &amp; Vassilvitskii, S. (2007). k-means++: The Advantages of Careful Seeding.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Sculley, D. (2010). Web-Scale K-Means Clustering (paper original de MiniBatchKMeans).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096 — DBSCAN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