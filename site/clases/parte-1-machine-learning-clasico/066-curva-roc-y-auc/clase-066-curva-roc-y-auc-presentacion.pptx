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066 — Curva ROC y AUC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 § The ROC Curve. · Duración estimada: 50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entienda qué mide la curva ROC, calcule el AUC con scikit-learn y sepa decidir cuándo ROC es la métrica adecuada y cuándo conviene usar Precision-Recall — sobre todo en datasets desbalanceados, donde ROC tiende a mentir.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Construir la curva ROC con roc_curve graficando TPR vs FPR a distintos umbrales.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 § The ROC Curve. · Duración estimada: 50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qué mide la curva ROC, calcule el AUC con scikit-learn y sepa decidir cuándo ROC es la métrica adecuada y cuándo conviene usar Precision-Recall — sobre todo en datasets desbalanceados, donde ROC tiende a mentir.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la curva ROC con roc_curve graficando TPR vs FPR a distintos umbrales.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el AUC con roc_auc_score e interpretar el valor (0.5 = azar, 1.0 = perfecto).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dos clasificadores superponiendo sus curvas ROC y eligiendo por AUC.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ROC vs PR según la prevalencia de la clase positiva.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Evitar la trampa del desbalance: reconocer cuándo un AUC alto esconde mala precisión.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TPR (recall) y FPR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 ROC con roc_curve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AUC con roc_auc_score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Diagonal de azar y modelo perfecto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ROC vs Precision-Recall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Comparación de modelos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TPR (True Positive Rate / Recall / Sensibilidad): Proporción de positivos reales correctamente detectados.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FPR (False Positive Rate): Proporción de negativos reales clasificados erróneamente como positivos.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 ROC (Receiver Operating Characteristic): Gráfico de TPR vs FPR barriendo todos los umbrales de decisión.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AUC (Area Under the Curve): Área bajo la curva ROC.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Diagonal de azar: Línea y = x.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 Precision-Recall (PR): Alternativa a ROC para clases desbalanceadas.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Qué mide la curva ROC (TPR vs FPR), cómo calcular el AUC y cuándo ROC engaña: en datasets desbalanceados la curva PR es más honesta.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load_digits,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cross_val_predict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(roc_curve, roc_auc_score, precision_recall_curve,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average_precision_score, precision_score, recall_score)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digits = load_digits()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digits.data, digits.target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train_test_split(X, y, test_size=0.3, stratify=y,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ytr5 = (ytr == 5)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print('prevalencia de 5s en train: {:.3f}'.format(ytr5.mean()))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Scores y curva ROC.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AUC.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dos modelos.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ROC vs PR en desbalance.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Punto operativo.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dataset "es un 5" de MNIST: (a) entrenar SGD y RandomForest; (b) graficar ambas ROC superpuestas con AUC en la leyenda; (c) graficar las dos curvas PR con average_precision_score en la leyenda; (d) tabla final con AUC y AP por modelo; (e) párrafo de 3-4 líneas eligiendo el ganador y justificando con qué métrica decidiste y por qué (pista: prevalencia ≈ 10%).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3 § The ROC Curve y § Precision/Recall Trade-off.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scikit-learn — roc_curve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scikit-learn — roc_auc_score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scikit-learn — Precision-Recall vs ROC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Saito &amp; Rehmsmeier (2015), The Precision-Recall Plot Is More Informative than the ROC Plot When Evaluating Binary Classifiers on Imbalanced Datasets.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067 — Clasificación multiclase, multilabel, multioutput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