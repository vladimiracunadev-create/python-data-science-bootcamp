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180 — Tests no paramétricos: Mann-Whitney, Wilcoxon, Kruskal-Wallis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Bruce &amp; Bruce, cap. 3 Resampling and Non-parametric Tests + Conover, Practical Nonparametric Statistics.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las tres alternativas no paramétricas más usadas: **Mann-Whitney U** (= dos muestras independientes, análogo a Welch's t), **Wilcoxon signed-rank** (= pareado, análogo a `ttest_rel`) y **Kruskal-Wallis** (= ≥ 3 grupos, análogo a ANOVA one-way). Saber cuándo elegirlos sobre los paramétricos: muestras chicas con datos visiblemente asimétricos, datos ordinales (Likert, ranks), o presencia de outliers extremos.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Reconocer las 3 situaciones en que un test no paramétrico es preferible al paramétrico (n chico + asimetría, ordinal, outliers).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Bruce &amp; Bruce, cap. 3 Resampling and Non-parametric Tests + Conover, Practical Nonparametric Statistics.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las tres alternativas no paramétricas más usadas: Mann-Whitney U (= dos muestras independientes, análogo a Welch's t), Wilcoxon signed-rank (= pareado, análogo a ttest_rel) y Kruskal-Wallis (= ≥ 3 grupos, análogo a ANOVA one-way). Saber cuándo elegirlos sobre los paramétricos: muestras chicas con datos visiblemente asimétricos, datos ordinales (Likert, ranks), o presencia de outliers extremos.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las 3 situaciones en que un test no paramétrico es preferible al paramétrico (n chico + asimetría, ordinal, outliers).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scipy.stats.mannwhitneyu, wilcoxon, kruskal con los argumentos correctos (alternative, method='exact' vs 'asymptotic').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que los no paramétricos testean distribuciones (estocásticamente iguales) o medianas, no medias.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effect size no paramétrico: rank-biserial correlation (Mann-Whitney) o ε² / η²_H (Kruskal-Wallis).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post-hoc no paramétrico tras Kruskal con Dunn's test (scikit-posthocs) y corrección por múltiples comparaciones.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Mann-Whitney U (Wilcoxon rank-sum)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Wilcoxon signed-rank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Kruskal-Wallis H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Dunn's test (post-hoc)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Cliff's δ / rank-biserial 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H₀: P(X &gt; Y) = 0.5. Trabaja sobre rangos, no sobre medias. El effect size es la rank-biserial r = 1 - 2U/(n₁·n₂).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statsmodels.stats.multitest import multipletests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 = rng.lognormal(1.0, 0.5, 80)     # asimétricos: el t-test es dudoso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 = rng.lognormal(1.25, 0.5, 90)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U, p = stats.mannwhitneyu(a, b, alternative="two-sided")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r_rb = 1 - 2 * U / (len(a) * len(b))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print(f"Mann-Whitney U={U:.0f}  p={p:.4f}")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print(f"rank-biserial r = {r_rb:.3f}")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print(f"medianas: a={np.median(a):.2f}  b={np.median(b):.2f}")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p &lt; 0.05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Mann-Whitney: comparar tip entre sex con scipy.stats.mannwhitneyu(a, b, alternative='two-sided').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Wilcoxon signed-rank: con el dataset simulado de presión arterial antes/después de la Clase 147, aplicá scipy.stats.wilcoxon(antes, despues).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Outliers: a un dataset normal rng.normal(50, 5, 100) agregale 3 outliers de valor 200.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Kruskal-Wallis: aplicalo a body_mass_g por species en penguins.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Post-hoc Dunn: con scikit_posthocs.posthoc_dunn(penguins, val_col='body_mass_g', group_col='species', p_adjust='holm') identificá qué pares difieren.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normalidad por grupo (Shapiro o KS). Mostrar que se rechaza.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precio entre 4 vecindarios con Kruskal-Wallis.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Post-hoc Dunn con corrección Holm.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mediana ± IQR por grupo (no mean ± SD, que es engañoso con asimetría).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conclusiones con las que daría un ANOVA clásico ingenuo.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Bruce &amp; Bruce, cap. 3 — Resampling and Non-parametric Tests.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Conover, W.J. (1999), Practical Nonparametric Statistics (3rd ed.) — referencia canónica.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Romano et al. (2006) — interpretación de Cliff's δ.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scipy.stats.mannwhitneyu, wilcoxon, kruskal.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scikit-posthocs — Dunn, Conover, Nemenyi.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181 — Corrección de comparaciones múltiples (Bonferroni, FDR)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