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Multiple Testing + Benjamini &amp; Hochberg (1995).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por qué hacer 100 tests al α=0.05 produce ≈ 5 falsos positivos esperados aunque todas las `H₀` sean verdaderas, y aplicar las dos familias de corrección: **family-wise error rate (FWER)** con Bonferroni y Holm, y **false discovery rate (FDR)** con Benjamini-Hochberg (BH). Saber elegir entre ambas según el contexto (medicina/seguridad → FWER; screening exploratorio → FDR).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Cuantificar la inflación de α al hacer k tests independientes: 1 - (1-α)^k.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Multiple Testing + Benjamini &amp; Hochberg (1995).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por qué hacer 100 tests al α=0.05 produce ≈ 5 falsos positivos esperados aunque todas las H₀ sean verdaderas, y aplicar las dos familias de corrección: family-wise error rate (FWER) con Bonferroni y Holm, y false discovery rate (FDR) con Benjamini-Hochberg (BH). Saber elegir entre ambas según el contexto (medicina/seguridad → FWER; screening exploratorio → FDR).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Cuantificar la inflación de α al hacer k tests independientes: 1 - (1-α)^k.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Bonferroni: α_corregido = α / m. Conservador pero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Holm-Bonferroni (statsmodels.stats.multitest.multipletests(..., method='holm')) — uniformemente más poderoso que Bonferroni.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Benjamini-Hochberg (BH/FDR) y entender que controla la proporción esperada de falsos positivos entre los rechazos, no el FWER.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FWER (P[al menos 1 falso positivo] ≤ α) de FDR (E[V/R] ≤ q, donde V son falsos positivos y R rechazos totales).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problema: si m=20 tests independientes con H₀ verdadera y α=0.05, P(al menos uno rechaza) = 1 - 0.95²⁰ ≈ 64 %.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FWER: probabilidad de al menos 1 falso positivo en toda la familia.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FDR: proporción esperada de falsos positivos entre los rechazos (no entre todos los tests).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Bonferroni: rechazar si p_i ≤ α/m. Controla FWER exactamente.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Holm: ordenar p-values y comparar p_(i) ≤ α/(m-i+1). Uniformemente más poderoso que Bonferroni.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Benjamini-Hochberg (BH): ordenar p_(1) ≤ ... ≤ p_(m); rechazar todos los p_(i) tales que p_(i) ≤ (i/m)·q. Controla FDR a nivel q.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usar cada uno: FWER si un falso positivo es catastrófico (drug approval, security). FDR si esperás muchos descubrimientos verdaderos y querés tolerar algunos falsos (genómica, A/B testing masivo).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 m tests independientes y H₀ verdadera, P(≥1 falso positivo) = 1 - (1-α)^m. Lo verificamos por simulación.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statsmodels.stats.multitest import multipletests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n_exp = 2000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any_sig =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_ in range(n_exp):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pvals = [stats.ttest_ind(rng.normal(0, 1, 30), rng.normal(0, 1, 30)).pvalue for _ in range(m)]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any_sig += (min(pvals) &lt; 0.05)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emp = any_sig / n_exp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theo = 1 - 0.95 ** 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print(f"P(≥1 falso positivo): empírico={emp:.3f}  teórico={theo:.3f}")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abs(emp - theo) &lt;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Inflación de α: simulá 10 000 experimentos.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Bonferroni: con un vector pvals de 20 p-values, calculá pvals_adj = np.minimum(pvals * 20, 1) y compará contra multipletests(pvals, method='bonferroni').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Holm: multipletests(pvals, alpha=0.05, method='holm').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BH/FDR: genera 1000 p-values, 950 de Uniform(0,1) y 50 de Beta(0.5, 5) (concentrados cerca de 0 — alternativos).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Comparación: mismo vector del ej.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feature, t-test entre la clase 0 y la clase 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tres correcciones: Bonferroni, Holm, BH (q=0.05).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Tabla comparativa: # features significativas según cada método.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Justificar en 3 líneas qué método elegirías si: (a) vas a publicar los hallazgos en un paper médico, (b) usás esto como screening para una etapa siguiente.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ISLP, cap. 13 — Multiple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Benjamini, Y. &amp; Hochberg, Y. (1995), Controlling the False Discovery Rate, JRSS Series 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Holm, S. (1979), A Simple Sequentially Rejective Multiple Test Procedure, Scandinavian Journal of Statistics.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statsmodels.stats.multitest.multipletests — todos los métodos en una sola función.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Efron, B. (2010), Large-Scale Inference: Empirical Bayes Methods for Estimation, Testing, and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182 — Intervalos de confianza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