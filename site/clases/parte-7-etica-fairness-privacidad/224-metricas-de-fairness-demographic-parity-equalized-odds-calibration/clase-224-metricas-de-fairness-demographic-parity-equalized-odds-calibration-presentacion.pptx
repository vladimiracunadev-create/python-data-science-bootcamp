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224 — Métricas de fairness: demographic parity, equalized odds,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Barocas, Hardt, Narayanan — Fairness and Machine Learning cap. 3 + Hardt, Price, Srebro (NeurIPS 2016) Equality of Opportunity in Supervised Learning.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Pasar de "el modelo es injusto" a **medirlo con un número**. Implementar las tres familias de métricas grupales que dominan la literatura — **demographic parity**, **equalized odds**, **calibration** — sobre un dataset binario con atributo protegido, y demostrar **numéricamente** el teorema de imposibilidad de Kleinberg-Mullainathan-Raghavan / Chouldechova (2017): salvo casos triviales, **no se pueden satisfacer las tres a la vez**.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Calcular demographic parity gap = |P(Ŷ=1|A=0) − P(Ŷ=1|A=1)| sobre predicciones de cualquier clasificador binario.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Barocas, Hardt, Narayanan — Fairness and Machine Learning cap. 3 + Hardt, Price, Srebro (NeurIPS 2016) Equality of Opportunity in Supervised Learning.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Pasar de "el modelo es injusto" a medirlo con un número. Implementar las tres familias de métricas grupales que dominan la literatura — demographic parity, equalized odds, calibration — sobre un dataset binario con atributo protegido, y demostrar numéricamente el teorema de imposibilidad de Kleinberg-Mullainathan-Raghavan / Chouldechova (2017): salvo casos triviales, no se pueden satisfacer las tres a la vez.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demographic parity gap = |P(Ŷ=1|A=0) − P(Ŷ=1|A=1)| sobre predicciones de cualquier clasificador binario.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equal opportunity (TPR por grupo) y equalized odds (TPR y FPR por grupo) — Hardt, Price, Srebro 2016.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calibración por grupo con reliability curves: P(Y=1|Ŝ=s, A=a) debe ser igual entre grupos para un mismo score 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Demostrar el teorema de imposibilidad: ajustar threshold por grupo para forzar demographic parity rompe calibración.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mitigación post-processing con thresholds por grupo (Hardt 2016) y reportar el trade-off accuracy vs fairness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Atributo protegido A y notación Y / Ŷ / Ŝ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Demographic parity (statistical parity)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Equal opportunity y equalized odds (Hardt 2016)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Calibration por grupo (Chouldechova 2017)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Teorema de imposibilidad (KMR / Chouldechova 2017)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Post-processing: threshold por grupo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 hay UNA definición de "justo". Demographic parity (misma tasa de aprobación por grupo), equalized odds (mismos TPR y FPR por grupo) y calibration (un score de 0.7 significa lo mismo en todos los grupos) son tres nociones razonables y, cuando las tasas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roc_auc_score, confusion_matrix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Atributo protegido (50/50)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 = rng.integers(0,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Features con distribución que depende de A (proxy realista)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x1 = rng.normal(loc=0.5 * A, scale=1.0, size=n)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x2 = rng.normal(loc=-0.3 * A, scale=1.0, size=n)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x3 = rng.normal(loc=0.0, scale=1.0, size=n)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Base rates DIFERENTES → activa impossibility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logits = 1.2 * x1 - 0.8 * x2 + 0.5 * x3 + np.where(A == 0, 0.4, -0.4)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 = 1 / (1 + np.exp(-logits))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Selection rate por grupo: entrenar LogisticRegression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TPR y FPR por grupo: armar confusion_matrix separada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Calibration curves por grupo: binning de scores en 10 bins.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Romper calibración: ajustar threshold por grupo (t_0, t_1) tal que se cumpla DP exacta.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Post-processing Hardt: buscar (t_0, t_1) que minimicen equalized_odds_gap y reportar el costo en accuracy global.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Adult Census (UCI). Atributo protegido: sex. Target: income &gt; 50K.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baseline LogisticRegression + reportar accuracy, AUC.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las tres métricas: DP_gap, equal_opportunity_gap, equalized_odds_gap y calibration_gap (max |calibration(A=0) − calibration(A=1)| sobre bins).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post-processing con threshold por grupo que minimice EO_gap sujeto a accuracy_drop ≤ 3pp.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Tabla final: 3 modelos (baseline, DP-mitigated, EO-mitigated) × 5 métricas (accuracy, AUC, DP_gap, EO_gap, calibration_gap). Discutir cuál elegirías y por qué — no hay respuesta universal.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Hardt, M., Price, E., Srebro, N. Equality of Opportunity in Supervised Learning, NeurIPS 2016. https://arxiv.org/abs/1610.02413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Chouldechova, A. Fair prediction with disparate impact: A study of bias in recidivism prediction instruments, Big Data 2017. https://arxiv.org/abs/1610.07524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Kleinberg, J., Mullainathan, S., Raghavan, M. Inherent Trade-Offs in the Fair Determination of Risk Scores, ITCS 2017. https://arxiv.org/abs/1609.05807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Barocas, S., Hardt, M., Narayanan, A. Fairness and Machine Learning (fairmlbook.org), cap. 3 — Classification.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fairlearn documentation — Microsoft, MIT license.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AIF360 documentation — IBM, Apache 2.0.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225 — Privacidad diferencial: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