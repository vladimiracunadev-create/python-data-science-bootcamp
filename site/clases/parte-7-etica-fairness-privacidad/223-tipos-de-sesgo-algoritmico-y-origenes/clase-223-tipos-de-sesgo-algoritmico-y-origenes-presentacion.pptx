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223 — Tipos de sesgo algorítmico y orígenes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Suresh &amp; Guttag, A Framework for Understanding Sources of Harm throughout the ML Life Cycle (EAAMO 2021) + Barocas, Hardt, Narayanan, Fairness and Machine Learning (2023), caps. 1-2.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a **nombrar y diagnosticar** el origen del sesgo en un sistema ML antes de intentar mitigarlo. Un modelo "sesgado" no es un bug: es el resultado de decisiones tomadas en cada fase del life cycle (recolección, medición, modelado, evaluación, despliegue). Si no sabemos **dónde** entró el sesgo, no podemos elegir la mitigación correcta (Clases 225-227).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los 6 tipos del framework Suresh-Guttag: histórico, representación, medición, agregación, evaluación, despliegue.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Suresh &amp; Guttag, A Framework for Understanding Sources of Harm throughout the ML Life Cycle (EAAMO 2021) + Barocas, Hardt, Narayanan, Fairness and Machine Learning (2023), caps. 1-2.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nombrar y diagnosticar el origen del sesgo en un sistema ML antes de intentar mitigarlo. Un modelo "sesgado" no es un bug: es el resultado de decisiones tomadas en cada fase del life cycle (recolección, medición, modelado, evaluación, despliegue). Si no sabemos dónde entró el sesgo, no podemos elegir la mitigación correcta (Clases 225-227).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los 6 tipos del framework Suresh-Guttag: histórico, representación, medición, agregación, evaluación, despliegue.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el origen probable de un sesgo dado evidencia empírica (gap de accuracy entre subgrupos, drift, proxy-target gap).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el patrón de Gender Shades (Buolamwini &amp; Gebru 2018): accuracy alta global, accuracy baja en subgrupo minoritario.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Simpson's paradox y por qué un modelo único puede ser peor que un modelo por subgrupo.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por qué fairness no es solo un problema del modelo — empieza en la definición de la tarea.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histórico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representación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medición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agregación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evaluación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 de despliegue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Reproducimos los 6 tipos del framework Suresh-Guttag (2021) sobre un dataset de préstamos sintético. Requiere: pip install scikit-learn pandas numpy.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roc_auc_score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5000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grupo = rng.choice(['A', 'B'], size=N, p=[0.7, 0.3])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ingreso = np.where(grupo == 'A', rng.normal(50, 15, N), rng.normal(35, 12, 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score_credito = np.where(grupo == 'A', rng.normal(700, 50, N), rng.normal(620, 60, 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zip_premium = np.where(grupo == 'A', rng.binomial(1, 0.6, N), rng.binomial(1, 0.2, N))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capacidad_real = (ingreso &gt; 40).astype(int)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sesgo_historico = np.where(grupo == 'A', 0.25, -0.25)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p_aprobado = np.clip(0.5 + 0.3 * (capacidad_real - 0.5) + sesgo_historico, 0.05, 0.95)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rng.binomial(1, p_aprobado)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pd.DataFrame({'grupo': grupo, 'ingreso': ingreso, 'score': score_credito,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'zip_premium': zip_premium, 'capacidad_real': capacidad_real, 'y': y})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histórico: generar un dataset de préstamos donde P(aprobado | grupo=A) = 0.70 y P(aprobado | grupo=B) = 0.30 por razones históricas (no por capacidad de pago).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Selection rate disparity: calcular P(ŷ=1 | grupo=A) vs P(ŷ=1 | grupo=B) — la métrica más simple de demographic parity (Clase 224).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 representación (Gender Shades): re-muestrear el dataset al 10% del grupo 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 medición: definir y_proxy = y_true XOR ruido_correlacionado_con_grupo.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 agregación (Simpson): comparar AUC de un modelo único vs un modelo por subgrupo.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el patrón Gender Shades sobre un dataset tabular (sintético o UCI Adult con sex y race).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gap de accuracy entre subgrupos para 3 niveles de sub-muestreo del grupo minoritario (50%, 20%, 5%).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framework Suresh-Guttag a un caso real (COMPAS, Amazon Hiring, o un modelo del trabajo) — escribir 1 párrafo por cada uno de los 6 tipos: ¿está presente? evidencia.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Simpson's paradox: dataset donde la correlación global es opuesta a la correlación intra-grupo.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Discutir: ¿qué mitigación corresponde a cada tipo? (representación → re-sampling; medición → re-definir target; agregación → modelo por subgrupo).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Suresh, H., Guttag, J. A Framework for Understanding Sources of Harm throughout the ML Life Cycle (EAAMO 2021) — el framework canónico de los 6 tipos.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Buolamwini, J., Gebru, T. Gender Shades: Intersectional Accuracy Disparities in Commercial Gender Classification (FAT* 2018) — el paper que disparó la auditoría algorítmica.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Barocas, S., Hardt, M., Narayanan, A. Fairness and Machine Learning: Limitations and Opportunities (MIT Press, 2023) — caps. 1-2 (libre online).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Mehrabi, N. et al. A Survey on Bias and Fairness in Machine Learning (ACM Computing Surveys, 2021).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Angwin, J. et al. Machine Bias (ProPublica, 2016) — la investigación sobre COMPAS.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Dastin, J. Amazon scraps secret AI recruiting tool that showed bias against women (Reuters, 2018).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224 — Métricas de fairness: demographic parity, equalized odds, 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