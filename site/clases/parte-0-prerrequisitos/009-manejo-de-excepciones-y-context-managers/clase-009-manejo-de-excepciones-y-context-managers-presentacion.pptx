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009 — Manejo de excepciones y context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Python Tutorial cap. 8 (Errors and Exceptions) · Ramalho, Fluent Python 2e — cap. 18 (Context Managers). · Duración estimada: 75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Que el alumno maneje excepciones con criterio (sin `except: pass`), construya jerarquías de excepciones propias cuando aporta, y use context managers (`with`) — tanto los built-in como propios con `@contextmanager` — para garantizar limpieza de recursos. Sin esto, el código de carga de datos es una bomba de relojería.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Diferenciar los 3 tipos de errores (Syntax, runtime exceptions, logical) y dónde se manejan.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Python Tutorial cap. 8 (Errors and Exceptions) · Ramalho, Fluent Python 2e — cap. 18 (Context Managers). · Duración estimada: 75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maneje excepciones con criterio (sin except: pass), construya jerarquías de excepciones propias cuando aporta, y use context managers (with) — tanto los built-in como propios con @contextmanager — para garantizar limpieza de recursos. Sin esto, el código de carga de datos es una bomba de relojería.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Diferenciar los 3 tipos de errores (Syntax, runtime exceptions, logical) y dónde se manejan.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Capturar excepciones específicas (except ValueError, no except:) y propagar las que no sabes manejar.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Crear una excepción propia heredando de la jerarquía estándar (class DatasetCorruptoError(Exception)).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with para archivos, sesiones HTTP, transacciones DB.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Escribir un context manager propio con @contextmanager (timer, supress, change_dir).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Jerarquía de excepciones built-in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try/except/else/finally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Capturar específico, no genérico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Excepciones propias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Context managers: protocolo __enter__/__exit__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@contextmanager de contextlib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Excepción: Objeto que se 'lanza' (raise) cuando algo anómalo ocurre.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try/except/else/finally: try: código riesgoso.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Jerarquía de excepciones: BaseException → SystemExit / KeyboardInterrupt / Exception → ValueError / TypeError / LookupError (→ KeyError, IndexError) / OSError / ArithmeticError (→ ZeroDivisionError).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Excepción propia (custom): Subclase de Exception (o subclase específica).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Context manager: Objeto con __enter__ y __exit__ que se usa con with.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@contextmanager: Decorador de contextlib que convierte una función con yield en context manager.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os, time, tempfile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contextlib import contextmanager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pathlib import Path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Captura específica.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Excepción propia.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with para archivo.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Context manager propio: timer.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Context manager: change_dir.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con: (a) parse_int_safe con tests de los 3 casos (válido, inválido, otro tipo); (b) DatasetCorruptoError usada en una función cargar_csv que valida #columnas; (c) decorador-context manager timer aplicado a 2 operaciones; (d) cd context manager.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Python Tutorial — Errors and Exceptions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Ramalho, Fluent Python 2e — cap. 18 Context Managers and else Blocks.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contextlib docs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010 — OOP básico, dataclasses, herencia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