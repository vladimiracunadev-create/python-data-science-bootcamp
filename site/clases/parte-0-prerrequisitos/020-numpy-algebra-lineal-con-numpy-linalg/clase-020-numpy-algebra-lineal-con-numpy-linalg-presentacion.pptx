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020 — NumPy: álgebra lineal con numpy.linalg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2.9 Structured Arrays (referencia) · Numerical Linear Algebra (Trefethen &amp; Bau).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opere con vectores y matrices al nivel necesario para entender ML: producto punto, multiplicación matricial, inversa, sistema de ecuaciones (`solve`), descomposiciones (SVD, eigen). Saber **cuándo no usar la inversa** (lentitud + inestabilidad numérica).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Multiplicar vectores y matrices con @ (operador moderno) y np.dot.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2 § 2.9 Structured Arrays (referencia) · Numerical Linear Algebra (Trefethen &amp; Bau).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opere con vectores y matrices al nivel necesario para entender ML: producto punto, multiplicación matricial, inversa, sistema de ecuaciones (solve), descomposiciones (SVD, eigen). Saber cuándo no usar la inversa (lentitud + inestabilidad numérica).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Multiplicar vectores y matrices con @ (operador moderno) y np.dot.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Resolver sistemas Ax = b con np.linalg.solve (NO con inv(A) @ 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norma, determinante, rango, traza.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Computar SVD con np.linalg.svd y entender qué retorna.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eigenvalores/eigenvectores con np.linalg.eig / eigh (simétrica).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@ operador (PEP 465): multiplicación matricial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Producto punto vs producto matricial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Resolver sistemas: solve vs inv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Norma, det, rank, trace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— la factorización universal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Eigen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 @: Multiplicación matricial (PEP 465).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Producto punto vs producto matricial: Punto (vector·vector → escalar): a @ b = sum(a*b).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np.linalg.solve(A, b): Resuelve Ax = b usando descomposición LU.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(Singular Value Decomposition): Descomposición universal: M = U·Σ·Vᵀ.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Eigen (eigenvalues/eigenvectors): Para A cuadrada, A v = λ 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Número de condición (cond): Ratio entre el valor singular más grande y el más pequeño.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Producto punto.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Multiplicación matricial.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Resuelve sistema.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Inv vs solve benchmark.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SVD de matriz baja rank.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compara inv(A) @ b vs solve(A, b) en tiempo Y precisión (np.allclose); (b) implementa regresión lineal cerrada β = (XᵀX)⁻¹ Xᵀy y luego con solve; (c) calcula SVD de una matriz y verifica M = U @ diag(s) @ Vt; (d) eigen de matriz de covarianza.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 cap. 2 (overview NumPy).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numpy.linalg reference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PEP 465 — @ operator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Trefethen &amp; Bau, Numerical Linear Algebra (1997) — fondo matemático.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021 — NumPy: aleatoriedad y semillas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