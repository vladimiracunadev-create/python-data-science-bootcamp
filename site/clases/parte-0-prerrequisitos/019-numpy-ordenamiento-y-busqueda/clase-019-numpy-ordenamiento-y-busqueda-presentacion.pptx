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019 — NumPy: ordenamiento y búsqueda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2 § 2.8 Sorting Arrays · NumPy sorting reference.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ordene arrays con criterio: `sort` vs `argsort`, ordenamiento por eje, partial sort con `partition`, y búsqueda binaria con `searchsorted`. Útil para top-K, rankings, alineación de series.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Ordenar con np.sort(arr) (devuelve copia) y arr.sort() (in-place).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2 § 2.8 Sorting Arrays · NumPy sorting reference.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ordene arrays con criterio: sort vs argsort, ordenamiento por eje, partial sort con partition, y búsqueda binaria con searchsorted. Útil para top-K, rankings, alineación de series.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Ordenar con np.sort(arr) (devuelve copia) y arr.sort() (in-place).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Obtener índices del orden con argsort — base de top-K y rankings.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Ordenar por eje en matrices con axis=0 o axis=1.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Top-K eficiente con np.partition (no ordena completo, solo separa).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Búsqueda binaria con np.searchsorted en arrays ordenados (O(log n)).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np.sort vs arr.sort()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argsort: el truco del top-K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Ordenamiento por eje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np.partition para top-K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np.searchsorted — binaria O(log n)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np.unique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np.sort vs arr.sort(): np.sort(arr) devuelve copia ordenada (no muta).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argsort: Devuelve los índices que ordenarían el array.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np.partition: Quick-select O(n): garantiza que los K menores quedan en las primeras K posiciones (no necesariamente ordenados entre sí), el resto después.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np.searchsorted: Búsqueda binaria O(log n) en array ordenado.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np.unique: Devuelve únicos ordenados.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Top-10.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Ranking.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Ordena matriz por columna.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Mediana por bisect.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np.unique con cuentas.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array de 100k puntajes: (a) top-100 con partition y benchmark vs sort completo; (b) ranking con argsort.argsort(); (c) percentil de un valor dado con searchsorted; (d) unique con return_counts y barplot top-10 categorías.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VanderPlas, cap. 2 § 2.8.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NumPy sorting reference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020 — NumPy: álgebra lineal con numpy.linalg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