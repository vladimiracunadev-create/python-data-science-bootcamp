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016 — NumPy: agregaciones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 § 2.4 Aggregations: Min, Max, and Everything in Between.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reduzca arrays a estadísticos (sum, mean, std, percentile, min, max) controlando el `axis` correcto — la fuente del 50% de los bugs de pandas/sklearn cuando alguien se confunde de eje. También: variantes `nan*` y reducciones acumulativas.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Calcular sum, mean, std, var, median, percentile sobre arrays.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 § 2.4 Aggregations: Min, Max, and Everything in Between.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reduzca arrays a estadísticos (sum, mean, std, percentile, min, max) controlando el axis correcto — la fuente del 50% de los bugs de pandas/sklearn cuando alguien se confunde de eje. También: variantes nan* y reducciones acumulativas.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sum, mean, std, var, median, percentile sobre arrays.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Controlar el eje con axis=0 (a lo largo de filas, da resultado por columna) y axis=1 (a lo largo de columnas, da por fila).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variantes nan* (nansum, nanmean, etc.) cuando hay datos faltantes.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Reducciones acumulativas con cumsum y cumprod.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Encontrar índice del min/max con argmin/argmax.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Reducciones básicas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Eje: el bug más común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Variantes NaN-aware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Acumulativas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argmin/argmax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all y any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Agregación / reducción: Operación que colapsa un array a menos dimensiones: sum, mean, std, min, max, argmax.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axis=0 vs axis=1: Regla: el axis que pasas es el que desaparece.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argmin / argmax: Devuelven el índice del extremo (no el valor).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Variantes nan*: Versiones que ignoran NaN en vez de propagarlo: nansum, nanmean, nanstd, nanmin, nanmax, nanmedian, nanpercentile, nanargmax.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Acumulativas (cumsum, cumprod): No colapsan — devuelven array de igual shape con valores acumulados hasta cada posición.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percentile / quantile: Valor por debajo del cual cae el N% de los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Promedio por columna.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Estadísticos completos.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 NaN.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Cumsum.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Mejor tienda.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matriz simulada 365 días × 5 tiendas de ventas, reportando: media/std por tienda, mejor y peor día de cada tienda, cumsum total anual, % de días con NaN simulados (20 aleatorios) usando variantes nan*.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2 § 2.4.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NumPy statistics functions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017 — NumPy: broadcasting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