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4.6 Multiple Subplots.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organice múltiples plots en una sola figura — con `plt.subplots(n, m)` para grillas regulares y con `GridSpec` para layouts irregulares (un plot grande + varios pequeños). Crítico para informes y dashboards.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grillas regulares con fig, axes = plt.subplots(2, 3, figsize=...).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4.6 Multiple Subplots.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organice múltiples plots en una sola figura — con plt.subplots(n, m) para grillas regulares y con GridSpec para layouts irregulares (un plot grande + varios pequeños). Crítico para informes y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grillas regulares con fig, axes = plt.subplots(2, 3, figsize=...).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Iterar sobre axes.flat para llenar la grilla con loops.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Compartir ejes con sharex=True, sharey=True para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GridSpec para layouts irregulares (1 grande + 3 pequeños).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constrained_layout=True en vez de tight_layout() (más confiable).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plt.subplots(nrows, ncols)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Iterar con .flat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sharex/sharey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GridSpec para layouts irregulares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constrained_layout vs tight_layout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add_subplot con posiciones custom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plt.subplots(n, m): Crea figure + grilla regular de n filas × m columnas de axes.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sharex / sharey: Comparten escala entre axes del grid.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GridSpec: Layout irregular avanzado: define grilla y asigna spans manualmente ("plot grande arriba + 3 pequeños abajo").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add_subplot(spec): Añade un axes a una figure según una posición específica (índice 121, o GridSpec).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constrained_layout=True: Algoritmo moderno (default en pandas 3+) que ajusta spacing automáticamente.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matplotlib.gridspec import GridSpec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'x'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'y'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'mass': rng.uniform(3000, 5000,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'bill': rng.uniform(35, 50,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con loop.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sharey=True.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GridSpec irregular.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constrained_layout.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grilla 2×2 hists; (b) 3 boxplots con sharey; (c) layout GridSpec con scatter central + marginales arriba/derecha; (d) misma figura comparando tight_layout vs constrained_layout.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4.6.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GridSpec tutorial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038 — Matplotlib: legends, colorbars, ticks, anotaciones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