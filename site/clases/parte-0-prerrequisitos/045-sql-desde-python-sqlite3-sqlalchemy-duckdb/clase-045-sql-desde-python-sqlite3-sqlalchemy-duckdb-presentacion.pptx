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045 — SQL desde Python: sqlite3, SQLAlchemy, DuckDB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0 — Prerrequisitos · Fuente: Python stdlib sqlite3 · SQLAlchemy docs · DuckDB Python docs. · Duración estimada: 75 min. · Nivel: Básico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Que el alumno conecte Python con SQL de las 3 formas que va a encontrar en producción: `sqlite3` (stdlib, demo local), `SQLAlchemy` (ORM/engine genérico para PostgreSQL/MySQL), y `DuckDB` (columnar embebido para análisis sobre CSV/Parquet sin servidor).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Conectar y consultar con sqlite3 stdlib, usando placeholders ? (NUNCA concatenar SQL).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0 — Prerrequisitos · Fuente: Python stdlib sqlite3 · SQLAlchemy docs · DuckDB Python docs. · Duración estimada: 75 min. · Nivel: Básico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Que el alumno conecte Python con SQL de las 3 formas que va a encontrar en producción: sqlite3 (stdlib, demo local), SQLAlchemy (ORM/engine genérico para PostgreSQL/MySQL), y DuckDB (columnar embebido para análisis sobre CSV/Parquet sin servidor).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Conectar y consultar con sqlite3 stdlib, usando placeholders ? (NUNCA concatenar SQL).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Usar SQLAlchemy create_engine(URL) + pd.read_sql para queries a cualquier RDBMS.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Usar DuckDB para hacer SQL sobre DataFrames y CSV/Parquet directamente.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Prevenir SQL injection con queries parametrizadas.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Decidir entre sqlite/SQLAlchemy/DuckDB según el caso.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sqlite3 stdlib: connect, cursor, fetchall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Placeholders ? y :nombre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SQLAlchemy create_engine('postgresql://...')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pd.read_sql y df.to_sql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DuckDB: SQL sobre DataFrames y archivos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Cuándo cada uno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sqlite3 (stdlib): Driver Python para SQLite.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Parameterized query (? o :name): Placeholder donde el driver substituye valores escapados.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SQLAlchemy: Toolkit ORM + Core para Python.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DuckDB: OLAP DB embebida.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SQL injection: Inyección de SQL malicioso via concatenación de strings con input de usuario.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pd.read_sql / df.to_sql: Pasarela pandas↔BD.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Primer bloque ejecutable del notebook.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sqlite3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pandas as pd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rng = np.random.default_rng(42)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DataFrame demo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df = pd.DataFrame({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'cliente_id': range(1, 11),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'nombre': [f'Cliente {i}' for i in range(1, 11)],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'pais': rng.choice(['ES', 'CL', 'MX'], 10),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'monto': rng.uniform(50, 500, 10).round(2),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})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print(df.head())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sqlite3 con placeholders.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df.to_sql y pd.read_sql.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SQLAlchemy engine.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DuckDB sobre DataFrame.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DuckDB sobre CSV.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Notebook con 3 backends del mismo análisis: (a) sqlite3 stdlib + cursor; (b) SQLAlchemy engine + pd.read_sql; (c) DuckDB sobre CSV. Documenta cuándo elegirías cada uno. Demuestra explícitamente el peligro de SQL injection con concatenación vs placeholders.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Python sqlite3 docs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SQLAlchemy tutorial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DuckDB Python API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OWASP — SQL injection prevention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046 — NoSQL: MongoDB con pymongo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