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029 — Pandas: pivot tables y crosstab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3 § 3.10 Pivot Tables.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construya tablas pivot (estilo Excel) con `pivot_table` y tablas de contingencia con `crosstab`. Son atajos sobre groupby pensados para **resumen×visualización rápida**.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Usar pivot_table con index, columns, values, aggfunc.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3 § 3.10 Pivot Tables.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construya tablas pivot (estilo Excel) con pivot_table y tablas de contingencia con crosstab. Son atajos sobre groupby pensados para resumen×visualización rápida.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pivot_table con index, columns, values, aggfunc.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Añadir totales con margins=True.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tablas de contingencia con pd.crosstab y normalizar (normalize='all'/'index'/'columns').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pivot (sin agregar) vs pivot_table (con aggfunc, agrega duplicados).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Visualizar una pivot como heatmap básico para confirmar patrones.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pivot vs pivot_table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Parámetros: index, columns, values, aggfunc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margins=True: totales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crosstab: tabla de contingencia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normalize en crosstab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Pivot → heatmap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pivot_table: Resumen tabular estilo Excel: defines index, columns, values y aggfunc.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pivot (sin _table): Variante que NO agrega — falla si hay duplicados en (index, columns).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crosstab: Tabla de contingencia entre 2 categóricas: counts cruzados.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margins=True: Añade fila/columna "Total" al pivot.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Heatmap de pivot: Renderizar el pivot como matriz coloreada (plt.imshow o seaborn.heatmap) — patrones visuales saltan a la vista.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pd.DataFrame({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'species': np.repeat(['Adelie', 'Chinstrap', 'Gentoo'], [12, 8, 10]),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'island' : rng.choice(['Biscoe', 'Dream', 'Torgersen'], 30),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'sex'    : rng.choice(['M', 'F'], 30),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'masa'   : rng.normal(4200, 600, 30),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})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print(df.head())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Pivot básico.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Pivot con totales.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Crosstab counts.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Crosstab normalizado.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Pivot → heatmap.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penguins: (a) pivot_table (species × island, mean body_mass); (b) crosstab species × island, count y normalizado; (c) verificación de totales con margins; (d) heatmap simple del pivot.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VanderPlas, cap. 3 § 3.10.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pandas Pivot guide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030 — Pandas: operaciones vectorizadas sobre strings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