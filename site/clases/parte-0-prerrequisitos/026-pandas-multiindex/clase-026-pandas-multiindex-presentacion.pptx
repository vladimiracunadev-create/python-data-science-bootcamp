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026 — Pandas: MultiIndex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3.6 Hierarchical Indexing.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use índices jerárquicos (MultiIndex) cuando hay estructura natural en los datos (país × ciudad, año × mes, sector × empresa). Saber cuándo aporta vs cuándo complica — el 80% del tiempo en data science aplanado es mejor.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Crear MultiIndex desde tuplas, arrays, producto cartesiano (from_product).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3.6 Hierarchical Indexing.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use índices jerárquicos (MultiIndex) cuando hay estructura natural en los datos (país × ciudad, año × mes, sector × empresa). Saber cuándo aporta vs cuándo complica — el 80% del tiempo en data science aplanado es mejor.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MultiIndex desde tuplas, arrays, producto cartesiano (from_product).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Indexar con .loc[(nivel1, nivel2)] y .loc[:, ('grupo', 'col')].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Aplanar y reconstruir con unstack(), stack(), reset_index().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MultiIndex aporta (groupby con múltiples claves devuelve uno automáticamente) y cuándo es más legible aplanar.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Renombrar niveles con rename(level=...) y reordenarlos con swaplevel.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MultiIndex: motivación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Construcción: tuples, arrays, from_product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Indexación: tuple selector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stack / unstack — pivot rápido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groupby + multiindex resultado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aplanar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MultiIndex: Índice jerárquico con N niveles.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Nivel (level): Cada "capa" del MultiIndex.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stack / unstack: Mueven niveles entre filas y columnas.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xs (cross-section): Slice por un valor en un nivel: df.xs(2024, level='año').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Aplanar (flatten): Convertir MultiIndex a Index plano: df.reset_index() (vuelve a default 0..N) o df.index = ['_'.join(map(str, t)) for t in df.index] (concatena niveles).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Construye desde tuplas.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from_product.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Acceso jerárquico.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unstack y stack.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groupby produce MultiIndex.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ventas trimestre×región sintéticas (4 trimestres × 3 regiones × 2 años): (a) construir con from_product; (b) acceso a un trimestre específico; (c) total por región (unstack); (d) groupby penguins por (species, sex) → MultiIndex → aplanar.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3 § 3.6.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pandas MultiIndex user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027 — Pandas: concat, merge, join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