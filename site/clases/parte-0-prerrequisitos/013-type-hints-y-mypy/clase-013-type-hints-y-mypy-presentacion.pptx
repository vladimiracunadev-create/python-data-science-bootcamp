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013 — Type hints y mypy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0 — Prerrequisitos · Fuente: Fluent Python 2e cap. 8 (Type Hints in Functions) · typing docs · mypy docs. · Duración estimada: 75 min. · Nivel: Básico-Intermedio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 b="1">
                <a:solidFill>
                  <a:srgbClr val="0F172A"/>
                </a:solidFill>
                <a:latin typeface="Segoe UI Semibold"/>
              </a:defRPr>
            </a:pPr>
            <a:r>
              <a:rPr sz="2200" b="1">
                <a:solidFill>
                  <a:srgbClr val="0F172A"/>
                </a:solidFill>
                <a:latin typeface="Segoe UI Semibold"/>
              </a:rPr>
              <a:t>Que el alumno anote tipos en sus funciones y dataclasses — no por dogma, sino porque permiten que el IDE autocomplete bien, que `mypy` detecte bugs antes de runtime, y que el lector entienda la intención. Tipos como **documentación verificable**.</a:t>
            </a:r>
          </a:p>
          <a:p>
            <a:pPr>
              <a:defRPr sz="1500" b="0">
                <a:solidFill>
                  <a:srgbClr val="475569"/>
                </a:solidFill>
                <a:latin typeface="Segoe UI"/>
              </a:defRPr>
            </a:pPr>
            <a:r>
              <a:rPr sz="1500" b="0">
                <a:solidFill>
                  <a:srgbClr val="475569"/>
                </a:solidFill>
                <a:latin typeface="Segoe UI"/>
              </a:rPr>
              <a:t>Al cierre: Anotar funciones con tipos en parámetros y retorno (def f(x: int) -&gt; str).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🎯 Objetivo · 📚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0 — Prerrequisitos · Fuente: Fluent Python 2e cap. 8 (Type Hints in Functions) · typing docs · mypy docs. · Duración estimada: 75 min. · Nivel: Básico-Intermedio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Que el alumno anote tipos en sus funciones y dataclasses — no por dogma, sino porque permiten que el IDE autocomplete bien, que mypy detecte bugs antes de runtime, y que el lector entienda la intención. Tipos como documentación verificable.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Resultados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Anotar funciones con tipos en parámetros y retorno (def f(x: int) -&gt; str).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Usar tipos compuestos: list[int], dict[str, float], tuple[int, str], Optional[X], X | None.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Definir tipos personalizados con TypeAlias y Protocol (structural typing).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Ejecutar mypy sobre código y interpretar sus errores.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Reconocer cuándo type hints aportan (APIs públicas, data classes) y cuándo no (notebooks exploratorios).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🗺️ 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Recorrido de la sesión.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Sintaxis básica: x: int, -&gt; bool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Tipos compuestos modernos (3.9+): list[int]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Optional[X] y `X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Literal, TypedDict, Protocol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mypy: instalar y correr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reveal_type(x) y # type: ignore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Cuándo SÍ y cuándo NO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📖 Definiciones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Conceptos a fijar antes de la práctica.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Type hint (annotation): Anotación de tipo en signature o variable: def f(x: int) -&gt; str.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Optional[X] / X | None: Indica que el valor puede ser X o None.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TypedDict: Esquema para diccionarios: class PersonaDict(TypedDict): nombre: str; edad: int.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Literal: Restringe a un conjunto de valores: Literal['asc', 'desc'] solo acepta esas 2 strings.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Protocol (structural typing): Define interfaz por estructura (duck typing tipado): class TienePromedio(Protocol): def promedio(self) -&gt; float: ....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mypy: Static type checker oficial.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💻 Código de muestra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Primer bloque ejecutable del notebook.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2412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typing import Optional, Literal, TypedDict, Protocol, TypeAlias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dataclasses import dataclass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🧪 Ejercicios · 📝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Práctica guiada + entrega.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Ejercicios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Anota una función.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Optional vs default.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TypedDict.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Corre mypy.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Protocol.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Homework verificable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Repo con un módulo analytics.py (5+ funciones completamente anotadas), pyproject.toml que incluye mypy en [tool.mypy] con strict = true, y screenshot/log de mypy analytics.py sin errores.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🔗 Referencias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Bibliografía y docs oficiales.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Ramalho, Fluent Python 2e — cap. 8.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typing docs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mypy docs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PEP 484 — Type Hints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PEP 604 — X | Y syntax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Siguiente paso 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Cierre de la clase.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 Semibold"/>
              </a:defRPr>
            </a:pPr>
            <a:r>
              <a:rPr sz="2400" b="1">
                <a:solidFill>
                  <a:srgbClr val="0F172A"/>
                </a:solidFill>
                <a:latin typeface="Segoe UI Semibold"/>
              </a:rPr>
              <a:t>Clase 014 — NumPy: tipos, creación, atributos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