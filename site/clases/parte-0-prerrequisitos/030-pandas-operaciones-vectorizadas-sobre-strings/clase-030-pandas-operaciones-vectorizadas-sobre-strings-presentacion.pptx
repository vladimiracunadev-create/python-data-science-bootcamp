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030 — Pandas: operaciones vectorizadas sobre strings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 § 3.11 Vectorized String Operations.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limpie y transforme columnas de texto sin caer en `apply(lambda x: ...)`, usando el accessor `.str` de pandas — vectorizado, NaN-aware, con métodos análogos a los de Python (`lower`, `strip`, `replace`, `split`, `contains`, regex).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Usar .str para aplicar operaciones de string vectorizadamente a una Series.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 § 3.11 Vectorized String Operations.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limpie y transforme columnas de texto sin caer en apply(lambda x: ...), usando el accessor .str de pandas — vectorizado, NaN-aware, con métodos análogos a los de Python (lower, strip, replace, split, contains, regex).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.str para aplicar operaciones de string vectorizadamente a una Series.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Manejar NaN automáticamente (los métodos .str propagan NaN sin error).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regex con .str.contains(patron), .str.extract(...), .str.replace(...).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Dividir y unir con .str.split(sep, expand=True) que produce un DataFrame.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Trabajar con categorical cuando el cardinalidad es baja (memoria y speedup).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Accessor .str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Casos típicos: lower, strip, replace, contains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Regex con .str.extract y grupos nombrados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.str.split(expand=True) → DataFrame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dtype='string' (nullable) vs object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Categorical para baja cardinalidad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Accessor .str: Espacio de nombres en Series con métodos string vectorizados.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.str.extract(pattern): Aplica regex con grupos () y devuelve DataFrame con una columna por grupo.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.str.split(sep, expand=True): Divide cada string y opcionalmente expande a DataFrame de columnas.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dtype 'string' (nullable): Versión moderna del dtype para texto.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Categorical: Dtype para columnas con cardinalidad baja (pocos valores únicos).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Lower + strip.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Extract dominio.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Split nombre completo.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Filtro por contains.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Categorical.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CSV sintético de contactos (nombre, email, teléfono): (a) normalizar email (lower+strip); (b) extraer dominio; (c) separar nombre/apellido; (d) flag de email corporativo (no gmail/yahoo/hotmail); (e) convertir país a Categorical y reportar memoria.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cap. 3 § 3.11.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pandas Text data user guide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pandas Categorical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Python re HOWTO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031 — Pandas: series de tiempo, resampling, rolling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