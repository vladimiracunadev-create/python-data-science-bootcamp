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SQL for Data Scientists (Tanimura) caps. 1-3 · SQLite docs · DuckDB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escriba consultas SQL no triviales — SELECT con filtros, JOINs (inner/left), agregaciones con GROUP BY y filtros sobre agregados con HAVING. Y entienda **el orden de ejecución lógico** (FROM → WHERE → GROUP BY → HAVING → SELECT → ORDER BY → LIMIT), que es lo que confunde a todo el mundo al principio.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SELECT con filtros WHERE y operadores (=, &lt;&gt;, IN, BETWEEN, LIKE, IS NULL).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SQL for Data Scientists (Tanimura) caps. 1-3 · SQLite docs · DuckDB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consultas SQL no triviales — SELECT con filtros, JOINs (inner/left), agregaciones con GROUP BY y filtros sobre agregados con HAVING. Y entienda el orden de ejecución lógico (FROM → WHERE → GROUP BY → HAVING → SELECT → ORDER BY → LIMIT), que es lo que confunde a todo el mundo al principio.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SELECT con filtros WHERE y operadores (=, &lt;&gt;, IN, BETWEEN, LIKE, IS NULL).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JOIN (INNER, LEFT, RIGHT, FULL) y reconocer cuándo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Agrupar y agregar con GROUP BY + COUNT, SUM, AVG, MAX, MIN.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agregados con HAVING (no se puede con WHERE).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Recitar el orden lógico: FROM → WHERE → GROUP BY → HAVING → SELECT → ORDER BY → LIMIT.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SELECT, FROM,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JOINs (inner/left/right/full)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 BY + agregadas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HAVING vs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ORDER BY, LIMIT, OFFSET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 lógico ≠ orden escrito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(Structured Query Language): Lenguaje declarativo para bases de datos relacionales.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 lógico vs escrito: Escribes: SELECT-FROM-WHERE-GROUP-HAVING-ORDER.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JOIN: Combina filas de 2+ tablas por una key.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 BY + HAVING: GROUP BY: agrupa filas por valor(es).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Funciones de agregación: Operan sobre grupos: COUNT(*), COUNT(DISTINCT x), SUM, AVG, MIN, MAX, STDDEV.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Motor SQL embebido (como SQLite) pero columnar y optimizado para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sqlite3.connect(':memory:')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con.executescript('''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clientes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nombre TEXT NOT NULL,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pais TEXT,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plan TEXT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ordenes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orden_id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REFERENCES clientes(cliente_id),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fecha DATE,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monto REAL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INSERT INTO clientes (nombre, pais, plan) VALUES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('Ana',  'ES', 'pro'),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LEFT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GROUP BY + HAVING.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 lógico.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SQLite en memoria: (a) crea 2 tablas y carga datos sintéticos; (b) 5 consultas progresivas (filter, join, group, having, top-N); (c) explica el orden lógico con un ejemplo; (d) mismo ejercicio con DuckDB (sustituye sqlite3.connect(':memory:')).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Tanimura, SQL for Data Scientists, caps. 1-3.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SQLite SELECT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DuckDB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