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121 — Custom training loops (+ PyTorch &amp; PyTorch Lightning)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12 § Custom Training Loops + docs PyTorch, Lightning.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Escribir un **training loop manual** en TF con `GradientTape` — control absoluto sobre cada paso (útil para GANs, RL, multi-step optimizers, debugging). Conocer el equivalente en **PyTorch** (el framework dominante de la industria en 2026) y cómo **PyTorch Lightning** abstrae los boilerplate del loop, devolviendo la productividad de Keras con la flexibilidad de PyTorch.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Escribir un training loop TF con for batch in dataset: with GradientTape() as tape: ...; grads = tape.gradient(loss, vars); optimizer.apply_gradients(...).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12 § Custom Training Loops + docs PyTorch, Lightning.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Escribir un training loop manual en TF con GradientTape — control absoluto sobre cada paso (útil para GANs, RL, multi-step optimizers, debugging). Conocer el equivalente en PyTorch (el framework dominante de la industria en 2026) y cómo PyTorch Lightning abstrae los boilerplate del loop, devolviendo la productividad de Keras con la flexibilidad de PyTorch.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un training loop TF con for batch in dataset: with GradientTape() as tape: ...; grads = tape.gradient(loss, vars); optimizer.apply_gradients(...).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el equivalente en PyTorch: optimizer.zero_grad(); loss.backward(); optimizer.step().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PyTorch Lightning para el mismo problema con boilerplate mínimo (LightningModule.training_step).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el loop manual es necesario (modelo con dos optimizadores, schedule custom step-wise, RL).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productividad y flexibilidad de los 3 frameworks.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Loop básico TF: epochs → batches → tape → grads → apply.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tape.watch(...) para watch tensors que no son tf.Variable.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 y logging manual.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Equivalente PyTorch.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Lightning como capa de abstracción.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PyTorch + Lightning en paralelo a TF/Keras.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(X_tr, y_tr), (X_te, y_te) = keras.datasets.fashion_mnist.load_data()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 = X_tr.reshape(-1, 784).astype("float32") / 255.0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X_te = X_te.reshape(-1, 784).astype("float32") / 255.0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train_ds = (tf.data.Dataset.from_tensor_slices((X_tr, y_tr))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.shuffle(1024).batch(128).prefetch(tf.data.AUTOTUNE))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keras.Input((784,)),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layers.Dense(256,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layers.Dense(128,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layers.Dense(10),                       # logits (sin softmax)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print("batches por época:", len(train_ds))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TF loop manual: entrenar un MLP en Fashion-MNIST con GradientTape.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PyTorch equivalente: reimplementar el mismo loop en PyTorch.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Lightning: mismo problema con LightningModule.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Speedup con jit: tf.function en TF; torch.compile en PyTorch.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Multi-optimizer: con TF, escribir un loop que aplica un optimizer para las capas frozen-ish (LR bajo) y otro para las nuevas (LR alto).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TF con custom training loop.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PyTorch puro.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PyTorch Lightning.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12 — Custom Training Loops.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PyTorch tutorials.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PyTorch Lightning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Falcon et al. (2019), PyTorch Lightning.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Hugging Face — Trainer (built on Lightning concepts).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122 — PyTorch fundamentos: tensores, autograd, nn.Module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