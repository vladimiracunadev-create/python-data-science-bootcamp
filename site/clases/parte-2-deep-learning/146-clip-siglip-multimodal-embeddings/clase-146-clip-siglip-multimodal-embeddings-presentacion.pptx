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146 — CLIP, SigLIP: multimodal embeddings (visión + texto)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Radford et al. (2021) CLIP + Zhai et al. (2023) SigLIP.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**CLIP** (OpenAI 2021) y su evolución **SigLIP** (Google 2023) — los foundation models que mapean **imágenes y texto al mismo espacio vectorial**, entrenados con contrastive learning sobre 400M-4B pares. Aplicaciones: **zero-shot classification**, **image search por texto**, **content moderation**, **embeddings para RAG multimodal**.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Cargar CLIP/SigLIP desde HuggingFace: CLIPModel.from_pretrained('openai/clip-vit-base-patch32').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Radford et al. (2021) CLIP + Zhai et al. (2023) SigLIP.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CLIP (OpenAI 2021) y su evolución SigLIP (Google 2023) — los foundation models que mapean imágenes y texto al mismo espacio vectorial, entrenados con contrastive learning sobre 400M-4B pares. Aplicaciones: zero-shot classification, image search por texto, content moderation, embeddings para RAG multimodal.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CLIP/SigLIP desde HuggingFace: CLIPModel.from_pretrained('openai/clip-vit-base-patch32').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embeddings de imágenes y de texto; cosine similarity entre ambos.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zero-shot classification: predecir clase con la mayor similaridad a "a photo of a [class]".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image retrieval por texto sobre un corpus de imágenes.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CLIP (softmax contrastive) de SigLIP (sigmoid pairwise, mejor escalabilidad).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Contrastive Language-Image Pre-training: matchear pares correctos, separar incorrectos.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Arquitectura: image encoder (ViT) + text encoder (Transformer).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Cosine similarity como métrica.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Zero-shot vs few-shot.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modernas: SigLIP (sigmoid loss), EVA-CLIP, OpenCLIP, Apple AIM.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CLIP entrena texto + imagen para mapear ambos al mismo espacio (cosine similarity). Habilita zero-shot classification y image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USE_ST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sentence_transformers import SentenceTransformer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USE_ST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print('sentence_transformers disponible')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print('ST no disponible. Fallback embeddings random tagged.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CLIP setup: cargar processor + model.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Zero-shot classification: dada una imagen, comparar contra ["a photo of a cat", "a photo of a dog"].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Image search: corpus de 100 imágenes; query texto "a sunset over the ocean" → top-5 más similares.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SigLIP: misma tarea, comparar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Fine-tune ligero: con dataset chico custom, fine-tunear CLIP con LoRA para un dominio específico.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200 imágenes diversas.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Embed todas con CLIP ViT-B/32.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UI simple (notebook): input texto → top-5 imágenes.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Probar 10 queries; reportar precisión subjetiva.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Radford et al. (2021), CLIP, ICML.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Zhai et al. (2023), Sigmoid Loss for Language Image Pre-Training (SigLIP), ICCV.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OpenCLIP.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LAION-5B — dataset abierto.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147 — Whisper: ASR, transcripción, traducción de audio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