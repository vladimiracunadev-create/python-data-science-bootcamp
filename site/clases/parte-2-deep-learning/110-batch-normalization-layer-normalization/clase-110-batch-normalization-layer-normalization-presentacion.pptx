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110 — Batch Normalization, Layer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Batch Normalization.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**BatchNorm** (Ioffe &amp; Szegedy 2015) — la técnica que destrabó el entrenamiento de redes muy profundas estandarizando las activaciones en cada capa — y su variante **LayerNorm** (Ba, Kiros &amp; Hinton 2016) — usada en Transformers y RNN porque no depende del batch. Saber dónde poner BN en la arquitectura, qué problemas tiene (batch chico, distribución entre train/inference) y cuándo preferir LN.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BatchNormalization() antes o después de la activación (debate clásico — moderno: antes suele ser mejor para ReLU, después para GELU).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Batch Normalization.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BatchNorm (Ioffe &amp; Szegedy 2015) — la técnica que destrabó el entrenamiento de redes muy profundas estandarizando las activaciones en cada capa — y su variante LayerNorm (Ba, Kiros &amp; Hinton 2016) — usada en Transformers y RNN porque no depende del batch. Saber dónde poner BN en la arquitectura, qué problemas tiene (batch chico, distribución entre train/inference) y cuándo preferir LN.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BatchNormalization() antes o después de la activación (debate clásico — moderno: antes suele ser mejor para ReLU, después para GELU).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hace BN en train (normaliza con stats del batch) vs inference (usa moving averages acumulados).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LayerNormalization() en RNN y Transformers; saber por qué allí BN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3 variantes: BN, LN, GroupNorm (Wu &amp; He 2018, para batch chico en visión).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el problema de "train-test mismatch" cuando el batch en inference es muy distinto al de train.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BN: y = γ · (x - μ_batch)/σ_batch + β. γ, β trainables.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Beneficios: convergencia más rápida, regularización mild, permite LR más altos.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 en train vs inference: moving avg de μ, σ acumulados.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LN: normaliza sobre los features de una sola muestra (no sobre el batch).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GroupNorm: agrupa canales, normaliza dentro de cada grupo. Para batch chico (segmentación, detección).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¿Antes o después de la activación? Géron y la práctica moderna: antes funciona mejor con ReLU, después con GELU/Swish.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Debate clásico: antes suele funcionar mejor con ReLU, después con GELU/Swish. Con BN se usa use_bias=False en el Dense previo.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bn_antes():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layers.Dense(256, use_bias=False, kernel_initializer="he_normal"),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layers.BatchNormalization(),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layers.Activation("relu"),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bn_despues():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layers.Dense(256, activation="relu", kernel_initializer="he_normal"),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layers.BatchNormalization(),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BN vs sin BN: entrenar el mismo MLP con y sin BN.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¿Antes o después de la activación?: probar las dos variantes (Dense → BN → ReLU vs Dense → ReLU → BN).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 mode: entrenar con BN, cambiar a training=False, predecir un batch y comparar con training=True.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chico: forzar batch_size=4 y entrenar con BN.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LayerNorm en RNN: aplicar keras.layers.LSTM con recurrent_activation y un LayerNormalization previo.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3 versiones: sin norm, con BN, con LN.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val_accuracy + épocas hasta val_loss &lt; 0.4.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BN con batch_size=128 y luego inferir batch por batch de tamaño 1. Verificar que el accuracy no se rompe (gracias a moving averages).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Batch Normalization.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Ioffe &amp; Szegedy (2015), Batch Normalization,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Ba, Kiros &amp; Hinton (2016), Layer Normalization.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Wu &amp; He (2018), Group Normalization, ECCV.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Santurkar et al. (2018), How Does Batch Normalization Help Optimization?, NeurIPS — explicación moderna.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111 — Gradient clipping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