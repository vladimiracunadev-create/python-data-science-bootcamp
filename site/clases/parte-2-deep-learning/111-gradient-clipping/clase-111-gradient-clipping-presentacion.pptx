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111 — Gradient clipping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2 — Deep Learning · Fuente: Géron, cap. 11 § Gradient Clipping + Pascanu, Mikolov &amp; Bengio (2013).  Duración estimada: 45 min. · Nivel: Avanzado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Aplicar **gradient clipping** —limitar la norma o el valor de los gradientes antes de actualizar pesos— como protección contra exploding gradients, especialmente crítico en **RNN/LSTM** (clase 120) y en entrenamiento de **LLMs**. Diferenciar `clipnorm` (preserva dirección) de `clipvalue` (clipea por elemento).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Configurar clipping en cualquier optimizer Keras: Adam(clipnorm=1.0) o Adam(clipvalue=0.5).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2 — Deep Learning · Fuente: Géron, cap. 11 § Gradient Clipping + Pascanu, Mikolov &amp; Bengio (2013).  Duración estimada: 45 min. · Nivel: Avanzado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Aplicar gradient clipping —limitar la norma o el valor de los gradientes antes de actualizar pesos— como protección contra exploding gradients, especialmente crítico en RNN/LSTM (clase 120) y en entrenamiento de LLMs. Diferenciar clipnorm (preserva dirección) de clipvalue (clipea por elemento).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Configurar clipping en cualquier optimizer Keras: Adam(clipnorm=1.0) o Adam(clipvalue=0.5).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Saber cuándo clipnorm es preferible (default moderno): preserva dirección del gradiente.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Implementar clipping manual en custom training loop con tf.clip_by_global_norm.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Detectar exploding monitoreando la norma del gradiente.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Reconocer que en Transformers de LLM, clipnorm=1.0 es estándar.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Exploding revisitado: ¿qué pasa cuando ||grad|| crece exponencialmente?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clipnorm: si ||g|| &gt; c, escalar g ← g · c/||g||. Preserva dirección.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clipvalue: g_i ← clip(g_i, -c, +c) por elemento. Cambia dirección.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Global norm vs per-variable: clip_by_global_norm mira el norm del tensor concatenado de todos los pesos.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Ver README de la clase.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Cualquier optimizer Keras acepta clipnorm, clipvalue o global_clipnorm.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tensorflow as tf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tensorflow import keras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tensorflow.keras import layers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keras.utils.set_random_seed(42)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opt_norm   = keras.optimizers.Adam(learning_rate=1e-3, clipnorm=1.0)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opt_value  = keras.optimizers.Adam(learning_rate=1e-3, clipvalue=0.5)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opt_global = keras.optimizers.Adam(learning_rate=1e-3, global_clipnorm=1.0)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print("clipnorm:", opt_norm.clipnorm,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"| clipvalue:", opt_value.clipvalue,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"| global_clipnorm:", opt_global.global_clipnorm)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Forzar exploding: entrenar MLP con Adam(lr=10.0) sobre Fashion-MNIST.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Clipping al rescate: repetir con Adam(lr=10.0, clipnorm=1.0).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clipnorm vs clipvalue: comparar las dos con LR razonable.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Custom loop: implementar el paso con gradients = tape.gradient(loss, model.trainable_variables); gradients, _ = tf.clip_by_global_norm(gradients, 1.0); optimizer.apply_gradients(...).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Monitoreo: graficar ||grad|| por step.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MLP [300, 100] Fashion-MNIST.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Adam(learning_rate=1e-3, clipnorm=1.0).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Graficar la norma del gradiente en cada step (custom loop o callback).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Verificar que la curva está acotada a 1.0 cuando el modelo aún no convergió.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Géron, cap. 11 — Gradient Clipping.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Pascanu, Mikolov &amp; Bengio (2013), On the difficulty of training recurrent neural networks, ICML.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tf.clip_by_global_norm.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Keras Optimizer base — clipnorm/clipvalue/global_clipnorm.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112 — Transfer learning, unsupervised pretraining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