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132 — Localización, detección, segmentación (+ DETR, Segment Anything, YOLOv11)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14 § Object Detection y § Semantic Segmentation + papers DETR, SAM, YOLOv11.  Duración estimada: 90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Saber **detectar y segmentar objetos en imágenes** — la tarea de visión más compleja y más comercial. Conocer la evolución: Faster R-CNN (two-stage, lento + preciso) → YOLO (one-stage, rápido) → **DETR** (Transformer, end-to-end) → **YOLOv11** (estado del arte 2024) → **Segment Anything (SAM/SAM 2)** (foundation model para segmentación).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Distinguir las 4 tareas: clasificación, localización (1 objeto), detección (N objetos + cajas), segmentación (pixel-wise mask).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14 § Object Detection y § Semantic Segmentation + papers DETR, SAM, YOLOv11.  Duración estimada: 90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Saber detectar y segmentar objetos en imágenes — la tarea de visión más compleja y más comercial. Conocer la evolución: Faster R-CNN (two-stage, lento + preciso) → YOLO (one-stage, rápido) → DETR (Transformer, end-to-end) → YOLOv11 (estado del arte 2024) → Segment Anything (SAM/SAM 2) (foundation model para segmentación).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las 4 tareas: clasificación, localización (1 objeto), detección (N objetos + cajas), segmentación (pixel-wise mask).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un modelo YOLOv11 preentrenado con ultralytics: model = YOLO('yolo11n.pt'); results = model('imagen.jpg').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Segment Anything (SAM 2) para segmentación promptable con puntos o cajas como input.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elegir DETR (mejor formal, lento) vs YOLO (rápido, default industrial) vs SAM (pre-entrenado universal).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Métricas: IoU, mAP, COCO AP@[.5:.05:.95].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Localización vs detección vs instance segmentation vs semantic segmentation.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IoU, mAP, COCO benchmark.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Anchors vs anchor-free.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One-stage (YOLO, SSD) vs two-stage (Faster R-CNN).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Complemento moderno: DETR (Carion et al. 2020), SAM/SAM 2 (Meta 2023/2024), YOLOv11 (Ultralytics 2024).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Pre-trained pipelines: ultralytics, transformers (DETR), segment_anything.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Dos convenciones habituales: (x1, y1, x2, y2) (esquinas) y (cx, cy, w, h) (centro + tamaño). Convertir entre ambas es rutina.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xywh_a_xyxy(cx, cy, w, h):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np.array([cx - w / 2, cy - h / 2, cx + w / 2, cy + h / 2])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xyxy_a_xywh(x1, y1, x2, y2):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np.array([(x1 + x2) / 2, (y1 + y2) / 2, x2 - x1, y2 - y1])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caja = xywh_a_xyxy(50, 50, 20, 30)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print("(cx,cy,w,h)=(50,50,20,30) -&gt; (x1,y1,x2,y2) =", caja)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print("de vuelta a (cx,cy,w,h)   =", xyxy_a_xywh(*caja))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YOLO inference: cargar yolo11n.pt y detectar sobre 3 imágenes propias.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DETR inference: usar facebook/detr-resnet-50 desde HF.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SAM segmentation: dar un punto sobre un objeto en una imagen, obtener máscara.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mAP a mano: dado un set de predicciones y GT, implementar IoU y calcular AP@0.5 manualmente.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YOLO fine-tune: dataset propio (≥ 100 imágenes anotadas), model.train(data='dataset.yaml', epochs=50).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Etiquetar ~100 imágenes con CVAT, LabelImg o Roboflow → YOLO format.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dataset.yaml con paths + clases.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model.train(data='dataset.yaml', epochs=100, imgsz=640).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mAP@0.5 en val + 3 imágenes con bounding boxes superpuestos.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14 — Object Detection y Semantic Segmentation.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Carion et al. (2020), End-to-End Object Detection with Transformers (DETR), ECCV.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Kirillov et al. (2023), Segment Anything, ICCV.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Ravi et al. (2024), SAM 2: Segment Anything in Images and Videos, Meta.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Ultralytics YOLOv11 docs.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Segment Anything project.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133 — Segment Anything (SAM / SAM 2): foundation model para segmentación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