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125 — TFRecord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13 § The TFRecord Format.  Duración estimada: 60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Aprender el formato **TFRecord** — el formato binario nativo de TF, optimizado para datasets grandes (cientos de GB) que no caben en RAM. Saber escribirlo (`tf.io.TFRecordWriter`), parsearlo (`tf.io.parse_single_example`), y por qué es estándar en TPU/Vertex AI para training a escala.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Serializar un tf.train.Example con Features ↔ Feature (BytesList, Int64List, FloatList).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13 § The TFRecord Format.  Duración estimada: 60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Aprender el formato TFRecord — el formato binario nativo de TF, optimizado para datasets grandes (cientos de GB) que no caben en RAM. Saber escribirlo (tf.io.TFRecordWriter), parsearlo (tf.io.parse_single_example), y por qué es estándar en TPU/Vertex AI para training a escala.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Serializar un tf.train.Example con Features ↔ Feature (BytesList, Int64List, FloatList).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TFRecord shards: with tf.io.TFRecordWriter('file.tfrecord') as w: w.write(serialized).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Leer con tf.data.TFRecordDataset('file.tfrecord').map(parse_fn).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Splitear datasets grandes en múltiples shards (*.tfrecord-00000-of-00010) para paralelizar reads.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TFRecord vale la pena vs alternativas modernas (Parquet, WebDataset).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tf.train.Example: estructura protobuf con Features (dict de strings a Feature).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Feature types: BytesList, Int64List, FloatList.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Serialize → escribir → leer → parse.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Sharding: data.tfrecord-NNNNN-of-MMMMM.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tf.data.experimental.bucket_by_sequence_length para batches eficientes por longitud (NLP).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glob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tensorflow as tf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_bytes_feature(valor):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if isinstance(valor, type(tf.constant(0))):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valor = valor.numpy()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tf.train.Feature(bytes_list=tf.train.BytesList(value=[valor]))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_int64_feature(valor):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tf.train.Feature(int64_list=tf.train.Int64List(value=[valor]))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_float_feature(valor):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tf.train.Feature(float_list=tf.train.FloatList(value=[valor]))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print("helpers de Feature listos: bytes / int64 / float")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Escribir: convertir Fashion-MNIST (60 000 imágenes) a 10 shards TFRecord.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Leer y parsear: ds = tf.data.TFRecordDataset(glob.glob('shards/*.tfrecord')).map(parse_fn).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Compresión: escribir con options=tf.io.TFRecordOptions(compression_type='GZIP').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Reads paralelos: ds = ds.interleave(lambda f: tf.data.TFRecordDataset(f), num_parallel_calls=AUTOTUNE).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Schema: usar tf.io.FixedLenFeature (tamaño fijo) vs VarLenFeature (variable, returns SparseTensor).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Escribir 10 shards.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Leer con interleave + map + batch + prefetch.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un modelo y comparar tiempo vs cargar desde NumPy.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13 — The TFRecord Format.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TF — TFRecord and tf.train.Example.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WebDataset — alternativa PyTorch.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Hugging Face datasets — alternativa moderna multi-framework.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126 — Keras preprocessing layers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