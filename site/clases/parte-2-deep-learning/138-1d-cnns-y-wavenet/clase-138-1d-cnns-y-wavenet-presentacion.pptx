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138 — 1D CNNs y WaveNet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2 — Deep Learning · Fuente: Géron, cap. 15 § Handling Long Sequences + WaveNet paper (van den Oord et al. 2016).  Duración estimada: 60 min. · Nivel: 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Conocer la alternativa a RNN para secuencias: **Conv1D** y **WaveNet** (dilated causal convolutions). Más rápido que LSTM (paralelizable), receptive field amplio con pocas capas (dilated convolutions). Útil para audio, series temporales y como capa de preprocesamiento.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Aplicar Conv1D(filters, kernel_size, padding='causal') sobre secuencias.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2 — Deep Learning · Fuente: Géron, cap. 15 § Handling Long Sequences + WaveNet paper (van den Oord et al. 2016).  Duración estimada: 60 min. · Nivel: 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Conocer la alternativa a RNN para secuencias: Conv1D y WaveNet (dilated causal convolutions). Más rápido que LSTM (paralelizable), receptive field amplio con pocas capas (dilated convolutions). Útil para audio, series temporales y como capa de preprocesamiento.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Aplicar Conv1D(filters, kernel_size, padding='causal') sobre secuencias.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Implementar dilated convolutions (kernel salta posiciones).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Reconocer causal convolution: el output en t depende solo de inputs ≤ t.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Construir un mini-WaveNet con dilation rates exponenciales (1, 2, 4, 8, ...).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Comparar Conv1D vs LSTM en speed/accuracy.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Conv1D fundamentos: stride, padding, dilation.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Causal padding: para no ver el futuro.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Dilated convolutions: receptive field grande sin más layers.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WaveNet: stack de dilated causal convolutions (1, 2, 4, ..., 512).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Conv1D vs LSTM: paralelización, receptive field, parameter count.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Ver README de la clase.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Primer bloque ejecutable del notebook.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tensorflow import keras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tensorflow.keras import layers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keras.utils.set_random_seed(42)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T, F = 64, 1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conv = keras.Sequential([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keras.Input(shape=(T, F)),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layers.Conv1D(32, kernel_size=5, activation="relu"),   # padding='valid' por defecto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])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print("salida Conv1D (valid):", conv.output_shape)   # (None, 60, 32)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Conv1D vs LSTM: forecasting de serie.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Dilation rates: stack de 4 Conv1D con dilation_rate ∈ {1, 2, 4, 8}.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Speed test: medir tiempo de training Conv1D vs LSTM para misma data.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WaveNet mini: implementar stack de 10 Conv1D causal con dilations {1, 2, 4, ..., 512} para una serie larga.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Visualización del receptive field: para un output [t], marcar qué inputs lo afectan.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Stack de 6 Conv1D causal dilated con rates 1, 2, 4, 8, 16, 32.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Cada capa con 32 filtros, kernel 2.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Comparar MAE en test vs LSTM del ejercicio 119.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Géron, cap. 15 — Using 1D Convolutional Layers + WaveNet.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van den Oord et al. (2016), WaveNet.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Bai et al. (2018), An Empirical Evaluation of Generic Convolutional and Recurrent Networks for Sequence Modeling.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139 — Generación de texto char-RNN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