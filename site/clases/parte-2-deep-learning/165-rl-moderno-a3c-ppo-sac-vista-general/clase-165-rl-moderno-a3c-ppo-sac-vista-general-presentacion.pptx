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165 — RL moderno: A3C, PPO, SAC (vista general)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papers A3C (Mnih 2016), PPO (Schulman 2017), SAC (Haarnoja 2018) + docs Stable-Baselines3.  Duración estimada: 65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Vista general (sin implementación desde cero) de los **3 algoritmos modernos de RL**: **A3C** (Asynchronous Advantage Actor-Critic), **PPO** (Proximal Policy Optimization — el default industrial), y **SAC** (Soft Actor-Critic — off-policy, continuous actions). Saber cuál elegir y cómo usarlos con **Stable-Baselines3**.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Diferenciar on-policy (A3C, PPO) de off-policy (SAC, DQN).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papers A3C (Mnih 2016), PPO (Schulman 2017), SAC (Haarnoja 2018) + docs Stable-Baselines3.  Duración estimada: 65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Vista general (sin implementación desde cero) de los 3 algoritmos modernos de RL: A3C (Asynchronous Advantage Actor-Critic), PPO (Proximal Policy Optimization — el default industrial), y SAC (Soft Actor-Critic — off-policy, continuous actions). Saber cuál elegir y cómo usarlos con Stable-Baselines3.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on-policy (A3C, PPO) de off-policy (SAC, DQN).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 idea de Actor-Critic: dos redes — actor (policy) + critic (value).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Entender el clipped objective de PPO: limita updates a [1-ε, 1+ε] veces el old policy → estabilidad.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Stable-Baselines3: PPO('MlpPolicy', env).learn(total_timesteps=100_000).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Elegir: PPO para discreto/continuo, on-policy. SAC para continuo, off-policy, sample-efficient.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Actor-Critic: actor da policy, critic da V(s). Advantage = G - V(s).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A3C: async + advantage actor-critic. Paralelización con multiples workers.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A2C: variante sincrónica (más simple).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PPO: clipped surrogate objective.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SAC: actor-critic off-policy + entropy regularization.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Stable-Baselines3 como librería estándar.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- Actor π_θ(a|s): elige acciones. - Critic V_φ(s): estima el valor del estado. - Advantage A(s,a) = G − V(s): cuánto mejor fue la acción que el promedio.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Ejemplo de "critic" como funcion de valor estimada (aqui, un baseline aprendido simulado)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rewards = np.array([1, 1, 1, 1, 10, 0, 0], dtype=float)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values  = np.array([2, 3, 4, 6, 8, 1, 0, 0], dtype=float)   # V(s_0..s_T), largo T+1 (bootstrap)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print("rewards:", rewards)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print("values :", values)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PPO con SB3: from stable_baselines3 import PPO; model = PPO('MlpPolicy', 'CartPole-v1', verbose=1); model.learn(50_000).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SAC en Pendulum: SAC('MlpPolicy', 'Pendulum-v1').learn(20_000).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Comparar: PPO vs SAC en LunarLander; reportar return y sample efficiency.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TensorBoard: PPO(..., tensorboard_log='./tb/') y ver curvas.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Custom callback: EvalCallback para evaluar cada N steps y guardar mejor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PPO('MlpPolicy', 'LunarLander-v3', verbose=1, tensorboard_log='./tb/').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model.learn(total_timesteps=500_000).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Evaluar 100 episodios; reportar mean reward.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Mnih et al. (2016), Asynchronous Methods for Deep Reinforcement Learning (A3C), ICML.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Schulman et al. (2017), PPO.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Haarnoja et al. (2018), Soft Actor-Critic, ICML.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Stable-Baselines3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Sutton &amp; Barto, capítulos avanzados.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166 — TF Serving + gRPC (+ ONNX, TensorRT, vLLM/TGI)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