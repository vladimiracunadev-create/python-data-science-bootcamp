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142 — Mecanismos de atención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16 § Attention Mechanisms + Bahdanau et al. (2015), Luong et al. (2015).  Duración estimada: 75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Entender la **atención** — el mecanismo que destrabó NLP moderno. Bahdanau (2015): permite al decoder mirar **todos los hidden states del encoder**, ponderando dinámicamente. Luego self-attention (Vaswani 2017): tokens dentro de la misma secuencia se atienden entre sí → Transformer (clase 126).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Explicar scaled dot-product attention: softmax(QK^T / √d) V.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16 § Attention Mechanisms + Bahdanau et al. (2015), Luong et al. (2015).  Duración estimada: 75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Entender la atención — el mecanismo que destrabó NLP moderno. Bahdanau (2015): permite al decoder mirar todos los hidden states del encoder, ponderando dinámicamente. Luego self-attention (Vaswani 2017): tokens dentro de la misma secuencia se atienden entre sí → Transformer (clase 126).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scaled dot-product attention: softmax(QK^T / √d) V.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cross-attention (decoder→encoder, clásico Bahdanau) de self-attention (intra-secuencia, base del Transformer).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attention a mano en numpy/TF para una secuencia corta.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keras.layers.Attention o keras.layers.MultiHeadAttention.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Interpretar attention weights como "qué tokens fuente miró el decoder al generar cada token destino".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Motivación: bottleneck del encoder en seq2seq.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Bahdanau (additive) vs Luong (multiplicative / dot-product).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Q, K, V: queries, keys, values.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Scaled dot-product attention.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Self-attention vs cross-attention.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Multi-head: paralelizar varias attention heads con subspaces distintos.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Attention weights visualizables.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tensorflow.keras import layers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keras.utils.set_random_seed(42)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softmax(x, axis=-1):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x = x - x.max(axis=axis, keepdims=True)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e = np.exp(x)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return e / e.sum(axis=axis, keepdims=True)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atencion(Q, K, V):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d = Q.shape[-1]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pesos = softmax(Q @ K.T / np.sqrt(d))   # softmax(QK^T / sqrt(d))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return pesos @ V, pesos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seq_q, seq_k, d = 3, 4, 8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Q = rng.standard_normal((seq_q, d))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 = rng.standard_normal((seq_k, d))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V = rng.standard_normal((seq_k, d))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Attention a mano: Q, K, V random (seq, d); calcular softmax(QK^T / √d) V.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Visualizar attention map: tras entrenar un seq2seq con atención, plot heatmap de los pesos (target, source) para una traducción.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MultiHeadAttention: mha = MultiHeadAttention(num_heads=8, key_dim=64); output = mha(query, value).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Self-attention: aplicar mha(x, x) (query = key = value).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Causal mask: para generación autoregresiva, MultiHeadAttention(..., use_causal_mask=True).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Encoder LSTM con return_sequences=True.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Decoder con cross-attention sobre todos los outputs del encoder.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Train y evaluar BLEU.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Visualizar attention map para 2 frases.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16 — Attention Mechanisms.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Bahdanau, Cho &amp; Bengio (2015), Neural Machine Translation by Jointly Learning to Align and Translate, ICLR.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Luong, Pham &amp; Manning (2015), Effective Approaches to Attention-based Neural Machine Translation, EMNLP.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Vaswani et al. (2017), Attention Is All You Need, NeurIPS — paper del Transformer.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143 — Transformers: arquitectura, BERT, GPT (+ Flash Attention, RoPE, GQA)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