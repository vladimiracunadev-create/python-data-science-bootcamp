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112 — Transfer learning, unsupervised pretraining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Géron, cap. 11 § Reusing Pretrained Layers.  Duración estimada: 70 min. · Nivel: 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Aplicar **transfer learning** — el patrón dominante en producción cuando hay pocos datos: tomar un modelo preentrenado (ImageNet para visión, BERT/GPT para texto), reemplazar la cabeza, **congelar** las capas base, fine-tunear la cabeza, y opcionalmente **descongelar gradualmente** para una segunda fase con LR muy bajo. Conocer **unsupervised pretraining** como hermano histórico (autoencoders, contrastive learning).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Cargar un modelo preentrenado: keras.applications.MobileNetV3Small(weights='imagenet', include_top=False).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Géron, cap. 11 § Reusing Pretrained Layers.  Duración estimada: 70 min. · Nivel: 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Aplicar transfer learning — el patrón dominante en producción cuando hay pocos datos: tomar un modelo preentrenado (ImageNet para visión, BERT/GPT para texto), reemplazar la cabeza, congelar las capas base, fine-tunear la cabeza, y opcionalmente descongelar gradualmente para una segunda fase con LR muy bajo. Conocer unsupervised pretraining como hermano histórico (autoencoders, contrastive learning).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Cargar un modelo preentrenado: keras.applications.MobileNetV3Small(weights='imagenet', include_top=False).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Congelar capas: base.trainable = False.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Construir un modelo nuevo con la base + un head custom (GlobalAveragePooling2D + Dense).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Fine-tunear en dos etapas: (a) solo head con LR normal, (b) toda la red con LR 10× más bajo.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Reconocer cuándo NO usar transfer (dataset muy distinto al de origen).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Por qué funciona: las capas tempranas aprenden features generales (bordes, texturas); las tardías son task-specific.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Pipeline estándar: load → freeze → new head → fit → unfreeze → fit con LR bajo.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LR diferencial: capas tempranas más bajo (1e-5), capas tardías más alto (1e-3).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Unsupervised pretraining: autoencoders (clase 130), contrastive (SimCLR, MoCo, CLIP).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Self-supervised: cómo BERT/GPT se pre-entrenan sin labels (masked LM / autoregressive).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include_top=False descarta la cabeza de clasificación de ImageNet; trainable=False la congela.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tensorflow import keras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tensorflow.keras import layers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keras.utils.set_random_seed(42)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base = keras.applications.MobileNetV3Small(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weights="imagenet", include_top=False, input_shape=(224, 224, 3))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base.trainable = False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print("capas de la base:", len(base.layers), "| base.trainable:", base.trainable)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Carga: base = MobileNetV3Small(weights='imagenet', include_top=False, input_shape=(224,224,3)); base.trainable = False.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Modelo completo: model = Sequential([base, GlobalAveragePooling2D(), Dropout(0.2), Dense(num_classes, activation='softmax')]).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Etapa 1: compilar con Adam(1e-3) y entrenar 10 épocas.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Etapa 2: base.trainable = True y recompilar con Adam(1e-5).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Sin transfer: entrenar la misma arquitectura desde cero (weights=None).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Pipeline con image_dataset_from_directory + augmentation (RandomFlip, RandomRotation).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Transfer learning con EfficientNetB0.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Reportar accuracy de las dos etapas (frozen y unfreeze).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Comparar contra entrenar desde cero.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Géron, cap. 11 — Reusing Pretrained Layers.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Keras Applications — catálogo de modelos preentrenados.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Pan &amp; Yang (2010), A Survey on Transfer Learning, IEEE TKDE.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Chen et al. (2020), A Simple Framework for Contrastive Learning of Visual Representations (SimCLR), ICML.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He et al. (2022), Masked Autoencoders Are Scalable Vision Learners (MAE), CVPR.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113 — Optimizadores: Momentum, Nesterov, AdaGrad, RMSProp, Adam, AdamW (+ Lion, Sophia)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