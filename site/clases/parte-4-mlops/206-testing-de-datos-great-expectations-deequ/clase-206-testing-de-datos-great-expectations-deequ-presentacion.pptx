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206 — Testing de datos: Great Expectations, Deequ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 cap. 4 + Great Expectations docs (1.x) + Deequ paper.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**testing como código** a los datos: definir "expectations" (assertions sobre el dataset) y validarlas en cada corrida del pipeline. Detectar **schema drift**, **outliers extremos**, **nulos inesperados** antes de que lleguen al entrenamiento o a la predicción. Bug típico: no es que el modelo se rompe — es que la data está rota y nadie se entera.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un Expectation Suite con Great Expectations 1.x: schema, ranges, uniqueness, null rates, regex.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 cap. 4 + Great Expectations docs (1.x) + Deequ paper.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testing como código a los datos: definir "expectations" (assertions sobre el dataset) y validarlas en cada corrida del pipeline. Detectar schema drift, outliers extremos, nulos inesperados antes de que lleguen al entrenamiento o a la predicción. Bug típico: no es que el modelo se rompe — es que la data está rota y nadie se entera.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un Expectation Suite con Great Expectations 1.x: schema, ranges, uniqueness, null rates, regex.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un Data Docs HTML que documenta el dataset + resultados de validación (auditoría para regulador).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Integrar GE en un pipeline DVC/Airflow: si validación falla, abortar el pipeline.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Deequ (Scala/Python via PyDeequ) para datasets grandes en Spark.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data tests (sobre el dataset) de unit tests (sobre el código) — son ortogonales.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Por qué unit tests no alcanzan en data pipelines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Expectation Suite: schema + business rules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Profiling automático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Docs: docs ejecutables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Checkpoints e integración con pipelines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Deequ para Spark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Definimos un suite de expectations sobre California Housing y validamos con (a) Great Expectations 1.x, (b) Pandera, (c) Polars + checks ad-hoc. Inyectamos un bug a propósito para ver el sistema detectarlo.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pd,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fetch_california_housing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data = fetch_california_housing(as_frame=True)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data.data.copy()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df['target'] = data.target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print(df.shape, '\n', df.describe().round(2).T[['min', 'max', 'mean']])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Bootstrap de un suite: gx init para crear el proyecto.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Custom expectations: agregá: expect_column_values_to_be_between('MedInc', 0, 20), expect_table_row_count_to_be_between(1000, 100000), expect_column_pair_values_A_to_be_greater_than_B('AveRooms', 'AveBedrms') (más rooms que bedrooms).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Checkpoint: configurá un checkpoint que (a) corre el suite, (b) si falla, abre un Slack alert.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 Docs: gx docs build.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Pandera alternative: el mismo schema con pandera: class HousingSchema(pa.DataFrameModel): MedInc: Series[float] = pa.Field(in_range={"min_value": 0, "max_value": 20}).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Expectation Suite Great Expectations versionada en git (YAML/JSON).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Checkpoint que se corre como step del pipeline DVC o Airflow (Clase 203) antes del training.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 Docs HTML buildeado en CI y publicado a GitHub Pages.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Slack alert (con webhook stub si no tenés real) cuando una expectation falla.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Demonstración de un dataset alterado (NaN inyectados, outliers, schema cambiado) que el pipeline detecta y aborta, sin que el modelo se entrene con data sucia.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Huyen, Chip. Designing Machine Learning Systems (O'Reilly, 2022), cap. 4 — Training Data.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Great Expectations docs — 1.x es la versión actual (rompió compat con 0.x).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Pandera docs — schema validation for pandas/polars.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PyDeequ — Spark-scale data testing.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Schelter et al. Automating large-scale data quality verification (VLDB 2018) — paper de Deequ.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207 — Testing de modelos: invariance, behavioral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