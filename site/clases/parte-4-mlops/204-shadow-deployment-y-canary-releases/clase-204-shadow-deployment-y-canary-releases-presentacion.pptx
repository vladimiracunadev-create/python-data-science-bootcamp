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204 — Shadow deployment y canary releases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4 — MLOps · Fuente: Huyen cap. 11 + Fowler, Continuous Delivery + Istio traffic management.  Duración estimada: 75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Desplegar un modelo nuevo **sin arriesgar producción**: primero en **shadow** (recibe tráfico real pero sus predicciones no se devuelven al usuario), después **canary** (1% → 5% → 25% → 100% del tráfico). Convertir "creo que esto es mejor" en "lo medí en producción real".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Implementar shadow mode: doble call (champion + challenger), respuesta del champion al user, log de ambas para análisis offline.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4 — MLOps · Fuente: Huyen cap. 11 + Fowler, Continuous Delivery + Istio traffic management.  Duración estimada: 75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Desplegar un modelo nuevo sin arriesgar producción: primero en shadow (recibe tráfico real pero sus predicciones no se devuelven al usuario), después canary (1% → 5% → 25% → 100% del tráfico). Convertir "creo que esto es mejor" en "lo medí en producción real".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shadow mode: doble call (champion + challenger), respuesta del champion al user, log de ambas para análisis offline.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canary release progresivo (1% → 5% → 25% → 100%) con K8s + Istio, o con feature flag a nivel app (LaunchDarkly, Unleash).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rollback automático: si la métrica del canary degrada &gt;X%, volver al 100% champion en &lt;5 min.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A/B test correcto: muestra del mismo segmento, métrica primaria pre-registrada, poder estadístico calculado.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shadow (sin riesgo, costo doble) de canary (riesgo limitado, costo nuevo solo).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Shadow vs canary vs blue-green vs A/B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Implementación: app-level vs infra-level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Métrica de "salud" del canary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Rollback automático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Análisis de shadow data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A/B test riguroso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np, hashlib, time, random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collections import defaultdict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load_breast_cancer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RandomForestClassifier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load_breast_cancer(return_X_y=True)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Xtr, Xte, ytr, yte = train_test_split(X, y, test_size=0.3,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champion = LogisticRegression(max_iter=5000).fit(Xtr, ytr)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challenger = RandomForestClassifier(n_estimators=200, random_state=42).fit(Xtr, ytr)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print(f'champion offline acc: {accuracy_score(yte, champion.predict(Xte)):.4f}')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print(f'challenger offline acc: {accuracy_score(yte, challenger.predict(Xte)):.4f}')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Shadow en proceso: en el FastAPI de Clase 199, agregá la lógica: cargá model_champion y model_challenger.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Canary con feature flag: implementá un toggle CANARY_PERCENT (env var).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Canary con Istio: VirtualService con weight: 95 / 5.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Rollback automático: agregá un sidecar (Python script) que cada 60 s consulta Prometheus: si latency_p99{model=challenger} &gt; 200ms, cambia el weight a 100 / 0 automáticamente.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A/B test riguroso: calculá tamaño de muestra para detectar δ = 0.02 en accuracy con α=0.05, power=0.8.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Modelo champion en producción sirviendo 100% del tráfico.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Endpoint /admin/canary que setea peso del challenger (sticky por user_id hash).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Métricas en Prometheus: predictions_total{model, class}, latency_seconds{model}, error_rate{model}.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Alerta + auto-rollback si: latency_p99{model=challenger} &gt; 1.2 * latency_p99{model=champion} durante 5 min seguidos.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Dashboard Grafana con: distribución de tráfico, latency por modelo, agreement rate champion-challenger, business KPI proxy.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Huyen, Chip. Designing Machine Learning Systems (O'Reilly, 2022), cap. 11 — Model Deployment y Continuous Delivery.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Fowler, M. — CanaryRelease y BlueGreenDeployment.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Istio Traffic Splitting tutorial.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Kohavi, R. et al. Trustworthy Online Controlled Experiments (Cambridge, 2020) — la biblia del A/B test.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LaunchDarkly / Unleash — feature flags as a service.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205 — Interpretabilidad: SHAP, LIME, PDP, 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