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195 — Versionado de modelos y experimentos con MLflow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Huyen, Designing Machine Learning Systems cap. 6 + 11 + docs MLflow 2.x.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Trackear experimentos de ML (parámetros, métricas, artefactos, código) con **MLflow Tracking**, registrar modelos en el **Model Registry** con stages (`None → Staging → Production → Archived`), y entender la diferencia conceptual con DVC: **DVC versiona el pipeline; MLflow versiona los runs**.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Levantar un servidor MLflow local (mlflow ui o mlflow server) y logear runs con mlflow.start_run() + log_param/log_metric/log_artifact.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Huyen, Designing Machine Learning Systems cap. 6 + 11 + docs MLflow 2.x.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Trackear experimentos de ML (parámetros, métricas, artefactos, código) con MLflow Tracking, registrar modelos en el Model Registry con stages (None → Staging → Production → Archived), y entender la diferencia conceptual con DVC: DVC versiona el pipeline; MLflow versiona los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Levantar un servidor MLflow local (mlflow ui o mlflow server) y logear runs con mlflow.start_run() + log_param/log_metric/log_artifact.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autolog (mlflow.sklearn.autolog()) para que params/metrics se capturen sin código boilerplate.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Registrar un modelo en el Model Registry (mlflow.register_model) y transicionarlo de Staging a Production con la API o la UI.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un modelo registrado en producción con mlflow.pyfunc.load_model("models:/MiModelo/Production").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un backend store (PostgreSQL) y un artifact store (S3) para uso en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Tracking server: backend store + artifact store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Runs, experiments, tags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log_param, log_metric, log_artifact, log_model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Autolog por framework (sklearn, PyTorch, XGBoost, LightGBM)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Registry + stages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MLflow Models flavor (pyfunc, sklearn, pytorch, ...)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tempfile,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'mlflow_demo'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WORK.exists(): shutil.rmtree(WORK)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WORK.mkdir(); os.chdir(WORK)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mlflow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fetch_california_housing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mean_squared_error, r2_score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mlflow.set_tracking_uri(f'file:{WORK}/mlruns')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mlflow.set_experiment('housing-demo')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fetch_california_housing(return_X_y=True, as_frame=True)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print('train:', Xtr.shape, 'test:', Xte.shape)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Tracking manual: entrená un LinearRegression y un RandomForestRegressor sobre California Housing.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Autolog: repetí el ejercicio anterior con mlflow.sklearn.autolog() y verificá que params + metrics + el modelo entero quedaron registrados sin código extra.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Sweep de hiperparámetros: corré 10 runs variando max_depth ∈ {3, 5, 10, 15, 20} y n_estimators ∈ {50, 200}.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Registry: registrá el mejor modelo (mlflow.register_model(model_uri, "housing-rf")).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 en "producción": en una celda nueva, simulá un servicio que carga el modelo Production y predice una fila: model = mlflow.pyfunc.load_model("models:/housing-rf/Production"); model.predict(X_one).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≥ 10 runs en un experimento llamado homework-195.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Cada run con al menos model_type, rmse_test, r2_test, y el modelo logueado (mlflow.sklearn.log_model).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Un modelo registrado como housing-best con al menos una versión en stage Production.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Una celda final que carga models:/housing-best/Production y predice sobre 5 filas de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6 (experimentos) y cap. 11 (model serving).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MLflow Docs — Tracking + Model Registry + Models.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mlflow.sklearn.autolog — qué se captura automáticamente.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MLflow Model Registry — stages, aliases (2.5+), webhooks.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Comparativa MLflow vs W&amp;B vs Neptune (2024) — tomar con grano de sal (parte interesada).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196 — Feature stores (Feast)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