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140 — Análisis de sentimiento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Sentiment Analysis.  Duración estimada: 65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un modelo de **clasificación de texto** sobre IMDB reviews — la tarea NLP más clásica para benchmarks. Pipeline completo: `TextVectorization` → `Embedding` → arquitectura (Dense / CNN / RNN / Transformer) → `Dense(1, sigmoid)`. Comparar el zoo de approaches y reconocer que con Hugging Face hoy se hace en 3 líneas (clase 127).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Tokenizar y vectorizar texto con TextVectorization(max_tokens=20_000, output_sequence_length=200).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Sentiment Analysis.  Duración estimada: 65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un modelo de clasificación de texto sobre IMDB reviews — la tarea NLP más clásica para benchmarks. Pipeline completo: TextVectorization → Embedding → arquitectura (Dense / CNN / RNN / Transformer) → Dense(1, sigmoid). Comparar el zoo de approaches y reconocer que con Hugging Face hoy se hace en 3 líneas (clase 127).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Tokenizar y vectorizar texto con TextVectorization(max_tokens=20_000, output_sequence_length=200).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Embedding(vocab_size, dim) y entender que es una lookup table aprendible.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4 arquitecturas: bag-of-embeddings (sin orden), Conv1D, LSTM, Bidirectional LSTM.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accuracy de las 4 vs un baseline TfidfVectorizer + LogisticRegression.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Embedding(..., mask_zero=True) para manejar padding correctamente.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TextVectorization moderno (Keras 3+).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Embedding: lookup table inicializada random y entrenable.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BagOfEmbeddings (mean pooling) como baseline DL.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Conv1D para texto: capta n-gramas.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LSTM + Bidirectional: captura contexto largo y bidireccional.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Pre-trained embeddings (GloVe, Word2Vec) — históricamente importantes; hoy reemplazados por embeddings de transformers.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Mini-corpus de juguete; el dataset real es IMDB (25k train / 25k test).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textos = np.array([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"la pelicula fue excelente y muy entretenida",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"una obra maestra, actuaciones brillantes",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"pesima, aburrida y sin sentido alguno",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"no la recomiendo, perdi mi tiempo",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"genial, la volveria a ver sin dudarlo",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"horrible guion y mala direccion",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etiquetas = np.array([1, 1, 0, 0, 1, 0], dtype="float32")   # 1 = positivo, 0 = negativo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print("ejemplos:", len(textos))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ML clásico: TfidfVectorizer + LogisticRegression.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Bag-of-embeddings: Embedding → GlobalAveragePooling1D → Dense(1, sigmoid).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Conv1D: Embedding → Conv1D(64, 5) → GlobalMaxPool1D → Dense(1, sigmoid).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Bidirectional LSTM: Embedding → Bidirectional(LSTM(64)) → Dense(1, sigmoid).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Pre-trained: cargar GloVe 100d y inicializar la matriz de Embedding con ellos.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TextVectorization(20_000, 200).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Tres modelos: Conv1D, Bidirectional LSTM, BagOfEmbeddings.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accuracy en test para cada uno.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TFIDF + LogReg.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16 — Sentiment Analysis.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Maas et al. (2011), Learning Word Vectors for Sentiment Analysis — IMDB dataset.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Pennington et al. (2014), GloVe, EMNLP.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141 — Encoder-Decoder para traducción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