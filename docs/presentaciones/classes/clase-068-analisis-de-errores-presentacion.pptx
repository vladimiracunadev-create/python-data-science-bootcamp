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068 — Análisis de errores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3 § Error Analysis.  Duración estimada: 60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deje de mirar el accuracy global y empiece a auditar **dónde** se equivoca un clasificador: confusion matrix normalizada por fila, pares de clases confundidas, inspección visual de ejemplos mal clasificados, y el loop de *error analysis* como puerta de entrada al *data-centric AI* (mejorar datos, no solo modelos).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Construir y normalizar una confusion matrix por fila (recall por clase) y leerla sin confundir filas con columnas.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3 § Error Analysis.  Duración estimada: 60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deje de mirar el accuracy global y empiece a auditar dónde se equivoca un clasificador: confusion matrix normalizada por fila, pares de clases confundidas, inspección visual de ejemplos mal clasificados, y el loop de error analysis como puerta de entrada al data-centric AI (mejorar datos, no solo modelos).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y normalizar una confusion matrix por fila (recall por clase) y leerla sin confundir filas con columnas.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pares de clases confundidas ordenando los off-diagonals normalizados de mayor a menor.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Inspeccionar visualmente ejemplos mal clasificados (hard examples) para formular hipótesis de causa raíz.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si la próxima iteración mejora el modelo (features, regularización, capacidad) o mejora los datos (relabel, augmentación, balancear).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Ejecutar el error analysis loop: entrenar → matriz → slices → hipótesis → fix → re-entrenar.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Confusion matrix cruda vs normalizada por fila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Off-diagonals: qué clase se confunde con cuál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Inspección visual de hard examples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Slice analysis (error por subgrupo)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Data-centric AI: cuándo arreglar datos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Error analysis loop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Confusion matrix normalizada por fila: Matriz donde C[i,j] = P(predicho=j | real=i).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Error rate por clase: 1 - recall_i.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Hard examples: Instancias mal clasificadas con alta confianza, o cerca del borde de decisión.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Slice analysis: Computar métricas no en el set completo sino en subconjuntos definidos por una variable (edad, región, tipo de cámara, longitud del texto).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Data-centric AI: Paradigma (Andrew Ng) que pone el foco en mejorar la calidad y consistencia de los datos en vez de iterar modelos.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Error analysis loop: Ciclo train → confusion matrix → top-k confusiones → inspeccionar ejemplos → hipótesis (modelo/dato/feature) → intervenir → repetir.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Dejamos de mirar el accuracy global y auditamos dónde se equivoca el clasificador: matriz de confusión normalizada por fila, pares de clases confundidas, inspección visual de errores y análisis por slices como puerta al data-centric AI. Requiere: numpy, scikit-learn, matplotlib.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load_digits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SGDClassifier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train_test_split, cross_val_predict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confusion_matrix, accuracy_score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digits = load_digits()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digits.data, digits.target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Xtr, Xte, ytr, yte = train_test_split(X, y, test_size=0.3, stratify=y,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print('train', Xtr.shape, '| test', Xte.shape)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Matriz cruda y normalizada.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Top-5 confusiones.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Galería de errores.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Slice por grosor de trazo.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Intervención data-centric.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MNIST que entregue: (a) confusion matrix normalizada por fila como heatmap; (b) tabla con los 3 pares de clases más confundidos y su porcentaje; (c) grilla de 16 ejemplos mal clasificados del par peor, con título real=X pred=Y; (d) tabla de accuracy por slice según una variable derivada (intensidad media, posición del centro de masa, lo que elijas); (e) un párrafo de hipótesis: ¿el error es de modelo o de datos? ¿qué probarías en la siguiente iteración?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Hands-On ML, cap. 3 § "Error Analysis".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Andrew Ng — A Chat with Andrew on MLOps: From Model-centric to Data-centric AI.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 — confusion_matrix y ConfusionMatrixDisplay.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 — cross_val_predict.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069 — Regresión lineal: ecuación normal vs gradient descent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