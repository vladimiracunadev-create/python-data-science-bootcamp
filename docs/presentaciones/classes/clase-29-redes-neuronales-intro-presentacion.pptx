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Redes Neuronales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Entender qué es una red neuronal, cómo aprende y cuándo usarla. Al terminar esta clase, el estudiante podrá construir y evaluar su primera red neuronal usando scikit-learn, comparar su rendimiento contra modelos de árbol, y entender conceptualmente cómo funcionan frameworks más avanzados como Keras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`datasets/ventas_tienda.csv`</a:t>
            </a:r>
          </a:p>
          <a:p>
            <a:r>
              <a:rPr sz="1600">
                <a:solidFill>
                  <a:srgbClr val="505050"/>
                </a:solidFill>
              </a:rPr>
              <a:t>• Explicar qué es una neurona artificial y cómo se conectan en capas, entrenar un MLPClassifier de scikit-learn con distintas configuraciones, comparar el rendimiento de MLP vs Decision Tree vs Random Forest en el mismo dataset</a:t>
            </a:r>
          </a:p>
          <a:p>
            <a:r>
              <a:rPr sz="1600">
                <a:solidFill>
                  <a:srgbClr val="505050"/>
                </a:solidFill>
              </a:rPr>
              <a:t>• Neurona artificial: pesos, bias, función de activación</a:t>
            </a:r>
          </a:p>
          <a:p>
            <a:r>
              <a:rPr sz="1600">
                <a:solidFill>
                  <a:srgbClr val="505050"/>
                </a:solidFill>
              </a:rPr>
              <a:t>• Funciones de activación: sigmoid y ReLU</a:t>
            </a:r>
          </a:p>
          <a:p>
            <a:r>
              <a:rPr sz="1600">
                <a:solidFill>
                  <a:srgbClr val="505050"/>
                </a:solidFill>
              </a:rPr>
              <a:t>• Capas ocultas y redes profundas</a:t>
            </a:r>
          </a:p>
          <a:p>
            <a:r>
              <a:rPr sz="1600">
                <a:solidFill>
                  <a:srgbClr val="505050"/>
                </a:solidFill>
              </a:rPr>
              <a:t>• Forward pass y backward pass (backpropagation)</a:t>
            </a:r>
          </a:p>
          <a:p>
            <a:r>
              <a:rPr sz="1600">
                <a:solidFill>
                  <a:srgbClr val="505050"/>
                </a:solidFill>
              </a:rPr>
              <a:t>• MLPClassifier de scikit-learn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📊 Slides — Clase 29: Introducción a redes neuronales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1: ¿Qué es una red neuronal?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Las neuronas biológicas reciben señales eléctricas</a:t>
            </a:r>
          </a:p>
          <a:p>
            <a:r>
              <a:rPr sz="1500">
                <a:solidFill>
                  <a:srgbClr val="505050"/>
                </a:solidFill>
              </a:rPr>
              <a:t>• Si la señal es suficientemente fuerte, la neurona "dispara"</a:t>
            </a:r>
          </a:p>
          <a:p>
            <a:r>
              <a:rPr sz="1500">
                <a:solidFill>
                  <a:srgbClr val="505050"/>
                </a:solidFill>
              </a:rPr>
              <a:t>• Las conexiones entre neuronas se fortalecen con el uso</a:t>
            </a:r>
          </a:p>
          <a:p>
            <a:r>
              <a:rPr sz="1500">
                <a:solidFill>
                  <a:srgbClr val="505050"/>
                </a:solidFill>
              </a:rPr>
              <a:t>• Las neuronas artificiales reciben números como entrada</a:t>
            </a:r>
          </a:p>
          <a:p>
            <a:r>
              <a:rPr sz="1500">
                <a:solidFill>
                  <a:srgbClr val="505050"/>
                </a:solidFill>
              </a:rPr>
              <a:t>• Calculan una suma ponderada y aplican una función</a:t>
            </a:r>
          </a:p>
          <a:p>
            <a:r>
              <a:rPr sz="1500">
                <a:solidFill>
                  <a:srgbClr val="505050"/>
                </a:solidFill>
              </a:rPr>
              <a:t>• Los "pesos" de las conexiones se ajustan durante el entrenamiento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2: Una sola neurona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3: Funciones de activación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Salida entre 0 y 1</a:t>
            </a:r>
          </a:p>
          <a:p>
            <a:r>
              <a:rPr sz="1500">
                <a:solidFill>
                  <a:srgbClr val="505050"/>
                </a:solidFill>
              </a:rPr>
              <a:t>• Útil para capas de salida en clasificación binaria</a:t>
            </a:r>
          </a:p>
          <a:p>
            <a:r>
              <a:rPr sz="1500">
                <a:solidFill>
                  <a:srgbClr val="505050"/>
                </a:solidFill>
              </a:rPr>
              <a:t>• Problema: gradientes que desaparecen en redes profundas</a:t>
            </a:r>
          </a:p>
          <a:p>
            <a:r>
              <a:rPr sz="1500">
                <a:solidFill>
                  <a:srgbClr val="505050"/>
                </a:solidFill>
              </a:rPr>
              <a:t>• Si z &lt; 0, salida = 0</a:t>
            </a:r>
          </a:p>
          <a:p>
            <a:r>
              <a:rPr sz="1500">
                <a:solidFill>
                  <a:srgbClr val="505050"/>
                </a:solidFill>
              </a:rPr>
              <a:t>• Si z ≥ 0, salida = z</a:t>
            </a:r>
          </a:p>
          <a:p>
            <a:r>
              <a:rPr sz="1500">
                <a:solidFill>
                  <a:srgbClr val="505050"/>
                </a:solidFill>
              </a:rPr>
              <a:t>• Simple, eficiente, funciona bien en práctica</a:t>
            </a:r>
          </a:p>
          <a:p>
            <a:r>
              <a:rPr sz="1500">
                <a:solidFill>
                  <a:srgbClr val="505050"/>
                </a:solidFill>
              </a:rPr>
              <a:t>• La más usada en capas ocultas hoy en día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4: Capas de una red neuronal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**Capa de entrada:** una neurona por cada variable del dataset</a:t>
            </a:r>
          </a:p>
          <a:p>
            <a:r>
              <a:rPr sz="1500">
                <a:solidFill>
                  <a:srgbClr val="505050"/>
                </a:solidFill>
              </a:rPr>
              <a:t>• **Capas ocultas:** extraen patrones intermedios</a:t>
            </a:r>
          </a:p>
          <a:p>
            <a:r>
              <a:rPr sz="1500">
                <a:solidFill>
                  <a:srgbClr val="505050"/>
                </a:solidFill>
              </a:rPr>
              <a:t>• **Capa de salida:** genera la predicción final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5: Analogía — capas de filtros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6: Cómo aprende una red neuronal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Los datos entran por la izquierda</a:t>
            </a:r>
          </a:p>
          <a:p>
            <a:r>
              <a:rPr sz="1500">
                <a:solidFill>
                  <a:srgbClr val="505050"/>
                </a:solidFill>
              </a:rPr>
              <a:t>• Cada neurona calcula su valor y lo pasa a la siguiente capa</a:t>
            </a:r>
          </a:p>
          <a:p>
            <a:r>
              <a:rPr sz="1500">
                <a:solidFill>
                  <a:srgbClr val="505050"/>
                </a:solidFill>
              </a:rPr>
              <a:t>• Al final obtenemos una predicción ŷ</a:t>
            </a:r>
          </a:p>
          <a:p>
            <a:r>
              <a:rPr sz="1500">
                <a:solidFill>
                  <a:srgbClr val="505050"/>
                </a:solidFill>
              </a:rPr>
              <a:t>• Comparamos ŷ con el valor real y</a:t>
            </a:r>
          </a:p>
          <a:p>
            <a:r>
              <a:rPr sz="1500">
                <a:solidFill>
                  <a:srgbClr val="505050"/>
                </a:solidFill>
              </a:rPr>
              <a:t>• Usamos una función de pérdida: `loss = (y - ŷ)²` o similar</a:t>
            </a:r>
          </a:p>
          <a:p>
            <a:r>
              <a:rPr sz="1500">
                <a:solidFill>
                  <a:srgbClr val="505050"/>
                </a:solidFill>
              </a:rPr>
              <a:t>• Calculamos cómo cambiar cada peso para reducir el error</a:t>
            </a:r>
          </a:p>
          <a:p>
            <a:r>
              <a:rPr sz="1500">
                <a:solidFill>
                  <a:srgbClr val="505050"/>
                </a:solidFill>
              </a:rPr>
              <a:t>• Usamos la derivada de la función de pérdida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7: MLPClassifier en scikit-learn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29 — Redes Neuronales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