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060 — Model Cards y Responsible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Mitchell et al. (2018) Model Cards for Model Reporting + EU AI Act + NIST AI RMF.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Aprender a **documentar modelos** para producción y auditoría: el **Model Card** (Mitchell et al. 2018, adoptado por Google y luego por la industria) — ficha estandarizada con: propósito, métricas, limitaciones, distribución de datos, riesgos. Conocer el **EU AI Act** (en vigor 2025-2026), **NIST AI RMF**, y las plantillas modernas (HuggingFace model cards, Datasheets for Datasets).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Escribir un Model Card completo con las 9 secciones de Mitchell et 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Mitchell et al. (2018) Model Cards for Model Reporting + EU AI Act + NIST AI RMF.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a documentar modelos para producción y auditoría: el Model Card (Mitchell et al. 2018, adoptado por Google y luego por la industria) — ficha estandarizada con: propósito, métricas, limitaciones, distribución de datos, riesgos. Conocer el EU AI Act (en vigor 2025-2026), NIST AI RMF, y las plantillas modernas (HuggingFace model cards, Datasheets for Datasets).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un Model Card completo con las 9 secciones de Mitchell et 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un Model Card (sobre el modelo) de un Datasheet (sobre el dataset, Gebru et al. 2018).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métricas por subgrupo (no solo global) — clave en fairness.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los 4 tiers de riesgo del EU AI Act (prohibido, alto, transparencia, mínimo).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el NIST AI RMF (Map, Measure, Manage, Govern) en un proyecto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Secciones de un Model Card: Model Details, Intended Use, Factors, Metrics, Evaluation Data, Training Data, Quant Analyses, Ethical Considerations, Caveats.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 por subgrupo (sexo, edad, raza, geografía).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HuggingFace Model Card auto-generation.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EU AI Act: clasificación de riesgo, obligaciones por tier.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NIST AI RMF: framework de gestión.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ISO/IEC 42001 — sistema de gestión de 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Implementamos un ModelCard dataclass al estilo Mitchell et al. (2019) y lo rellenamos automáticamente para un LogReg entrenado sobre datos sintéticos con un atributo protegido binario.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json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dataclasses import dataclass, field, asdict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typing import Any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confusion_matrix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 Card básico: para un Random Forest entrenado en California Housing, llenar las 9 secciones.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Subgroup metrics: para un clasificador de credit-g, reportar accuracy y FPR por sex y age_group.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Risk classification (EU AI Act): para 5 use cases (recomendación de películas, score crediticio, recurso humano selection, marketing email, detector de spam), clasificar el tier.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HuggingFace Card: usar el template de HF; subirla a un repo público si tenés modelo en Hub.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NIST RMF: para un proyecto propio, llenar las 4 categorías (Map: contexto, Measure: métricas, Manage: mitigaciones, Govern: ownership).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Las 9 secciones de Mitchell et al. llenadas con datos reales.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Métricas por al menos 2 subgrupos demográficos.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Sección "Ethical Considerations" con ≥ 3 riesgos identificados y mitigaciones.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Sección "Caveats and Recommendations" con limitaciones de validez.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Mitchell, M., et al. (2018), Model Cards for Model Reporting, FAT* 2019.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Gebru, T., et al. (2018), Datasheets for Datasets, CACM 2021.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EU AI Act texto completo: &lt;https://artificialintelligenceact.eu/&gt;.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NIST AI Risk Management Framework: &lt;https://www.nist.gov/itl/ai-risk-management-framework&gt;.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HuggingFace Model Cards: &lt;https://huggingface.co/docs/hub/model-cards&gt;.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061 — CRISP-DM como framework metodológico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