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124 — tf.data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Data API.  Duración estimada: 65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**pipelines de datos eficientes** con `tf.data.Dataset`: leer desde memoria/archivos/CSV, **transformar** (`map`, `filter`), **mezclar** (`shuffle`), **batchear** (`batch`), **prefetch** (paraleliza CPU↔GPU). Saber por qué un buen pipeline de datos es la diferencia entre "GPU al 30 %" y "GPU al 95 %".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datasets desde varias fuentes: from_tensor_slices, list_files, TextLineDataset.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13 § The Data API.  Duración estimada: 65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pipelines de datos eficientes con tf.data.Dataset: leer desde memoria/archivos/CSV, transformar (map, filter), mezclar (shuffle), batchear (batch), prefetch (paraleliza CPU↔GPU). Saber por qué un buen pipeline de datos es la diferencia entre "GPU al 30 %" y "GPU al 95 %".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datasets desde varias fuentes: from_tensor_slices, list_files, TextLineDataset.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Encadenar transformaciones: .map(fn, num_parallel_calls=tf.data.AUTOTUNE), .filter, .shuffle(buffer), .batch(N), .prefetch(tf.data.AUTOTUNE).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orden correcto: cache → shuffle → batch → prefetch.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tf.data.AUTOTUNE y profilear con TensorBoard Profiler.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cache() vale la pena (datasets que caben en RAM).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Lazy evaluation: el dataset es un grafo, no datos cargados.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shuffle(buffer_size): buffer chico → mal mezclado; buffer = dataset_size → perfecto pero RAM.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batch(N) → cada elemento es ahora un mini-batch.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prefetch: solapamiento CPU (loading) con GPU (training).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interleave para leer múltiples archivos en paralelo.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tf.data.experimental.assert_cardinality.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AUTOTUNE = tf.data.AUTOTUNE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(X_tr, y_tr), _ = keras.datasets.fashion_mnist.load_data()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 = X_tr.astype("float32")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ds = tf.data.Dataset.from_tensor_slices((X_tr, y_tr))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print("element_spec:", ds.element_spec)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imagen, etiqueta in ds.take(1):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print("primera imagen:", imagen.shape, "| etiqueta:", int(etiqueta))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desde NumPy: ds = tf.data.Dataset.from_tensor_slices((x_train, y_train)).shuffle(1024).batch(32).prefetch(tf.data.AUTOTUNE).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 con normalización: .map(lambda x, y: (tf.cast(x, tf.float32)/255., y), num_parallel_calls=tf.data.AUTOTUNE).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Cache: comparar tiempo del 1er epoch vs 2do epoch con y sin .cache().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Buffer chico: comparar shuffle con buffer_size=10 vs buffer_size=len(data).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Profilear: usar tf.profiler (vía TensorBoard) y verificar dónde está el bottleneck — data loading vs compute.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from_tensor_slices con shuffle, augmentation simple (random flip), normalización, batch=128, prefetch.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Cachear el dataset (entra en RAM).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un MLP por 10 épocas; medir tiempo total.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pasar x, y directo a model.fit.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13 — The Data API.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— tf.data: Build TensorFlow input pipelines.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— Better performance with the tf.data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125 — TFRecord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