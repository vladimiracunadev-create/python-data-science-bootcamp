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083 — Voting classifiers: hard y soft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7.  Duración estimada: 45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Combinar varios modelos heterogéneos en un **ensemble por votación** y entender cuándo conviene **hard voting** (voto por mayoría) versus **soft voting** (promedio de probabilidades), apoyándonos en el principio de *wisdom of the crowd*.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Explicar por qué un ensemble de clasificadores diversos suele superar al mejor modelo individual.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7.  Duración estimada: 45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Combinar varios modelos heterogéneos en un ensemble por votación y entender cuándo conviene hard voting (voto por mayoría) versus soft voting (promedio de probabilidades), apoyándonos en el principio de wisdom of the crowd.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por qué un ensemble de clasificadores diversos suele superar al mejor modelo individual.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un VotingClassifier de scikit-learn con voting="hard" y voting="soft".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entre hard y soft voting según si los modelos base estiman probabilidades calibradas.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la accuracy del ensemble contra la de cada modelo base en un dataset de clasificación.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errores frecuentes al armar el ensemble (modelos correlacionados, probabilidades mal calibradas, pesos sin justificar).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Wisdom of the crowd: por qué combinar predicciones reduce error.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Hard voting: predicción final = clase con más votos entre los modelos base.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Soft voting: predicción final = clase con mayor promedio de probabilidades estimadas.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Requisitos para soft voting: que cada modelo exponga predict_proba y esté bien calibrado.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Diversidad entre modelos base (algoritmos distintos, no sólo hiperparámetros distintos).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VotingClassifier(estimators=[...], voting=..., weights=...).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Limitaciones: si los modelos se equivocan en los mismos ejemplos, el ensemble no ayuda.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make_moons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LogisticRegression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sklearn.ensemble import RandomForestClassifier, VotingClassifier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sklearn.svm import SVC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accuracy_score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 = make_moons(n_samples=500, noise=0.30, random_state=42)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X_train, X_test, y_train, y_test = train_test_split(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X, y, test_size=0.2, random_state=42, stratify=y)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print('train', X_train.shape, 'test', X_test.shape)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Cargar make_moons y partir en train/test (80/20, random_state=42).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Armar un VotingClassifier con esos tres modelos y voting="hard".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Repetir con voting="soft" (recordá SVC(probability=True)).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Probar weights=[1, 2, 1] favoreciendo al Random Forest.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Reemplazar uno de los modelos por una copia casi idéntica de otro (ej.: dos regresiones logísticas con C muy parecido).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Cargue make_moons(n_samples=500, noise=0.30, random_state=42).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Entrene tres modelos base distintos y un VotingClassifier en modo hard y otro en modo soft.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Imprima la accuracy en test de los cinco (3 base + 2 ensembles).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A. Hands-On Machine Learning with Scikit-Learn, Keras &amp; TensorFlow (3ª ed.), cap. 7 — sección "Voting Classifiers".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scikit-learn — VotingClassifier.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scikit-learn — Ensemble methods: voting classifier.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084 — Bagging y pasting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