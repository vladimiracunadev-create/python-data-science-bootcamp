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🧭 Clase 00: Diagnóstico inicial y orientación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15 minutos | Nivel Diagnóstico | Dataset: No requiere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>
                <a:solidFill>
                  <a:srgbClr val="F1F5F9"/>
                </a:solidFill>
                <a:latin typeface="Segoe UI Semibold"/>
              </a:defRPr>
            </a:pPr>
            <a:r>
              <a:t>Estimar el punto de partida del grupo antes de iniciar la ruta formal del bootcamp.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Diagnóstico breve, retroalimentación inmediata y acuerdo sobre la ruta de aprendizaje.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🎯 Logros y focos del módulo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4663440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Temas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297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Python básico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Lectura de tablas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Gráficos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Modelado inicial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Hábitos de trabajo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4663440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Resultados esperados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297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Identificar fortalezas iniciales.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Detectar vacíos de apoyo.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Alinear expectativas del recorrido.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🧭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Inicio: 3 min | Contexto del diagnóstico | Evidencia: Criterio entendido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Resolución: 10 min | Responder el quiz | Evidencia: Diagnóstico completo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Cierre: 2 min | Retroalimentación inicial | Evidencia: Foco de mejora definido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❓ Sentido pedagógico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Por qué importa: Permite decidir desde dónde conviene partir y qué apoyos necesita cada estudiante.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Qué hace: resultado → lectura por área → acción de apoyo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Para qué sirve: Sirve para priorizar repaso, nivelar expectativas y organizar el acompañamiento docente desde la primera semana.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Nota docente: Usa el resultado para ajustar ritmo, apoyos y ejemplos de las primeras clases.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🧩 Lectura del resultado 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meta no es etiquetar al estudiante, sino traducir el resultado en una ruta de trabajo concreta.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Qué hace: resultado → lectura por área → acción de apoyo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Para qué sirve: Sirve para priorizar repaso, nivelar expectativas y organizar el acompañamiento docente desde la primera semana.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🧪 Práctica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Pedir explicación de la pregunta antes de ejecutar.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Leer la salida y justificar cada decisión importante.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Cerrar con una variación pequeña o conclusión breve.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siguiente parada es la clase 01: Fundamentos de Python aplicados a datos.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📚 Materiales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Archivos que conviene mostrar o entregar al grupo.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README.md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slides.md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teoria.md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ejercicios.md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homework.md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quiz.json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