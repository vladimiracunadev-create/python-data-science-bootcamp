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>
                <a:solidFill>
                  <a:srgbClr val="F1F5F9"/>
                </a:solidFill>
                <a:latin typeface="Segoe UI Semibold"/>
              </a:defRPr>
            </a:pPr>
            <a:r>
              <a:t>Clase 00: Diagnóstico inicial y orientación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No requiere dataset.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38528"/>
            <a:ext cx="10698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700">
                <a:solidFill>
                  <a:srgbClr val="F1F5F9"/>
                </a:solidFill>
                <a:latin typeface="Segoe UI Semibold"/>
              </a:defRPr>
            </a:pPr>
            <a:r>
              <a:t>Estimar el punto de partida del grupo antes de iniciar la ruta formal del bootcamp.</a:t>
            </a:r>
          </a:p>
          <a:p>
            <a:pPr>
              <a:defRPr sz="1800">
                <a:solidFill>
                  <a:srgbClr val="94A3B8"/>
                </a:solidFill>
                <a:latin typeface="Segoe UI"/>
              </a:defRPr>
            </a:pPr>
            <a:r>
              <a:t>Diagnóstico breve, retroalimentación inmediata y acuerdo sobre la ruta de aprendizaje.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>
                <a:solidFill>
                  <a:srgbClr val="F1F5F9"/>
                </a:solidFill>
                <a:latin typeface="Segoe UI Semibold"/>
              </a:defRPr>
            </a:pPr>
            <a:r>
              <a:t>🎯 Foco del módulo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Resumen tomado desde README.md.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466344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Resultados esperados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Identificar fortalezas iniciales.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Detectar vacíos de apoyo.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Alinear expectativas del recorrido.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466344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Temas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7744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Python básico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Lectura de tablas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Gráficos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Modelado inicial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Hábitos de trabajo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>
                <a:solidFill>
                  <a:srgbClr val="F1F5F9"/>
                </a:solidFill>
                <a:latin typeface="Segoe UI Semibold"/>
              </a:defRPr>
            </a:pPr>
            <a:r>
              <a:t>🖥️ Ruta sugerida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Resumen tomado desde slides.md.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Inicio: 3 min | Contexto del diagnóstico | Evidencia: Criterio entendido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Resolución: 10 min | Responder el quiz | Evidencia: Diagnóstico completo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Cierre: 2 min | Retroalimentación inicial | Evidencia: Foco de mejora definido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>
                <a:solidFill>
                  <a:srgbClr val="F1F5F9"/>
                </a:solidFill>
                <a:latin typeface="Segoe UI Semibold"/>
              </a:defRPr>
            </a:pPr>
            <a:r>
              <a:t>📌 Puntos que deben quedar claros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Contenido derivado del guion de diapositivas.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Python básico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Lectura de tablas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Gráficos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Modelado inicial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Hábitos de trabajo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Cierre esperado: La siguiente parada es la clase 01: Fundamentos de Python aplicados a datos.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>
                <a:solidFill>
                  <a:srgbClr val="F1F5F9"/>
                </a:solidFill>
                <a:latin typeface="Segoe UI Semibold"/>
              </a:defRPr>
            </a:pPr>
            <a:r>
              <a:t>🧠 Base conceptual del módulo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Síntesis tomada desde teoria.md.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Diagnóstico breve, retroalimentación inmediata y acuerdo sobre la ruta de aprendizaje.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Permite decidir desde dónde conviene partir y qué apoyos necesita cada estudiante.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La siguiente parada es la clase 01: Fundamentos de Python aplicados a datos.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>
                <a:solidFill>
                  <a:srgbClr val="F1F5F9"/>
                </a:solidFill>
                <a:latin typeface="Segoe UI Semibold"/>
              </a:defRPr>
            </a:pPr>
            <a:r>
              <a:t>⚠️ Errores frecuentes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Saltar al código sin aclarar la pregunta.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Ejecutar bloques sin leer la salida.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Dejar bloques importantes sin comentarios o sin explicación oral.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>
                <a:solidFill>
                  <a:srgbClr val="F1F5F9"/>
                </a:solidFill>
                <a:latin typeface="Segoe UI Semibold"/>
              </a:defRPr>
            </a:pPr>
            <a:r>
              <a:t>🧪 Práctica guiada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Derivado del archivo ejercicios.md.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466344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Trabajo guiado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Resume con tus palabras la pregunta principal del módulo.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Ejecuta o revisa el bloque principal y explica la salida.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Realiza una variación pequeña y anota qué cambió y por qué.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466344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Autocorrección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7744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El resultado responde a la pregunta planteada.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El código está ordenado y comentado en los puntos clave.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La salida se puede explicar con lenguaje simple.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>
                <a:solidFill>
                  <a:srgbClr val="F1F5F9"/>
                </a:solidFill>
                <a:latin typeface="Segoe UI Semibold"/>
              </a:defRPr>
            </a:pPr>
            <a:r>
              <a:t>📝 Tarea y evidencia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Construido desde homework.md y archivos complementarios.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466344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Entregables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Reflexión breve sobre fortalezas y vacíos.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Compromiso de trabajo para la clase siguiente.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Dudas iniciales que quieras resolver con el docente.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466344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Autoevaluación o apoyo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7744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Entendí la lógica general del diagnóstico.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Puedo identificar en qué áreas necesito refuerzo.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Sé cuál será mi foco de mejora en la clase siguiente.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