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161 — RL: aprendizaje por recompensa, Gymnasium (Farama)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18 § Introduction to Reinforcement Learning + docs Gymnasium. 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Entender el paradigma de **Reinforcement Learning** — un **agente** interactúa con un **environment**, observa **states**, toma **actions**, recibe **rewards**, y aprende una **policy** que maximiza recompensa acumulada. Conocer **Gymnasium** (Farama Foundation, fork del antiguo OpenAI Gym que dejó de mantenerse en 2022) — la librería estándar de environments para benchmarks.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Definir los 5 componentes RL: agent, environment, state, action, reward.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18 § Introduction to Reinforcement Learning + docs Gymnasium. 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el paradigma de Reinforcement Learning — un agente interactúa con un environment, observa states, toma actions, recibe rewards, y aprende una policy que maximiza recompensa acumulada. Conocer Gymnasium (Farama Foundation, fork del antiguo OpenAI Gym que dejó de mantenerse en 2022) — la librería estándar de environments para benchmarks.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los 5 componentes RL: agent, environment, state, action, reward.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gymnasium: env = gym.make('CartPole-v1'); obs, _ = env.reset(); obs, reward, terminated, truncated, info = env.step(action).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un policy random como baseline.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la diferencia entre on-policy (PPO, A2C) y off-policy (DQN, SAC).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Saber dónde RL es apropiado (juegos, robótica, navegación) vs donde no (clasificación, regresión típicas).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Bloque básico: state → action → reward → next_state.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Episodic vs continuous tasks.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Discrete vs continuous action spaces.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Discount factor γ: balance entre recompensa inmediata y futura.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Gymnasium API estándar (reset, step).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Environments populares: CartPole, MountainCar, Atari, MuJoCo, BipedalWalker.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gymnasium as gym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GYM_OK = True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print("gymnasium", gym.__version__)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Exception: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GYM_OK = False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print("gymnasium no instalado -&gt; se muestra la API correcta (celdas de gym no se ejecutan)")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if GYM_OK: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env = gym.make("CartPole-v1")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print("observation_space:", env.observation_space)   # Box(4,) float32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print("action_space:     ", env.action_space)        # Discrete(2): 0=izq, 1=der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env.close()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else: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print("API:  env = gym.make('CartPole-v1')")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      observation_space -&gt; Box([pos, vel, angulo, vel_ang], (4,), float32)")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      action_space      -&gt; Discrete(2)  # 0=empujar izquierda, 1=empujar derecha")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Entorno básico: env = gym.make('CartPole-v1', render_mode='human').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Estructura del state: imprimir env.observation_space y env.action_space para CartPole, MountainCar, LunarLander.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Policy heurística: para CartPole, action = 0 if pole_angle &lt; 0 else 1 (push opuesto al tilt).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Return discounted: calcular G_t = Σ γ^k r_{t+k} con γ=0.99 sobre un episodio.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Render: usar render_mode='rgb_array' y guardar frames para crear un gif.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Implementar 3 policies: random, heurística simple, "siempre derecha".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Correr 100 episodios de cada; reportar return promedio y desviación.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Verificar que heurística supera random.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18 — Reinforcement Learning.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Sutton &amp; Barto (2018), Reinforcement Learning: An Introduction (2nd ed.) — biblia del RL.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Gymnasium docs.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Stable-Baselines3 docs.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162 — Policy gradients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