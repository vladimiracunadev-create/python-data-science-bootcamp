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084 — Bagging y pasting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7.  Duración estimada: 55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entrene ensembles entrenando el **mismo algoritmo** sobre **distintos subsets** del training set —bagging (con reemplazo) y pasting (sin reemplazo)— y evalúe sin held-out usando **out-of-bag (OOB)**. Cierre con sampling de features (random patches y random subspaces) como puente conceptual a Random Forests.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Distinguir bagging vs pasting y justificar cuándo elegir uno u otro.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7.  Duración estimada: 55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entrene ensembles entrenando el mismo algoritmo sobre distintos subsets del training set —bagging (con reemplazo) y pasting (sin reemplazo)— y evalúe sin held-out usando out-of-bag (OOB). Cierre con sampling de features (random patches y random subspaces) como puente conceptual a Random Forests.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Distinguir bagging vs pasting y justificar cuándo elegir uno u otro.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Entrenar un BaggingClassifier de scikit-learn con un base estimator y n_estimators razonable.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oob_score=True para estimar el error de generalización sin tocar el test set.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sampling de features (max_features &lt; 1.0, bootstrap_features=True) para random patches / random subspaces.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Comparar bias/variance del ensemble vs un único árbol, en accuracy y en frontera de decisión.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Bagging (bootstrap aggregating)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Pasting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BaggingClassifier API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OOB evaluation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Random patches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Random subspaces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Paralelización con n_jobs=-1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Bagging (bootstrap aggregating): Entrenar el mismo algoritmo sobre múltiples muestras con reemplazo del training set y agregar predicciones por voto mayoritario (clasificación) o promedio (regresión).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Pasting: Igual que bagging pero el sampling es sin reemplazo.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Bootstrap: Sampling con reemplazo del mismo tamaño que el original.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Out-of-bag (OOB) score: Para cada predictor, las instancias no muestreadas (~37%) actúan como validation set.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BaggingClassifier: Meta-estimador de sklearn.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Random patches: Sampling simultáneo de instancias y features.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make_moons, load_digits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sklearn.tree import DecisionTreeClassifier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sklearn.ensemble import BaggingClassifier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accuracy_score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X, y = make_moons(n_samples=500, noise=0.30, random_state=42)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X_train, X_test, y_train, y_test = train_test_split(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X, y, test_size=0.2, random_state=42, stratify=y)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print('train', X_train.shape, 'test', X_test.shape)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Bagging vs árbol único.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Bagging vs pasting.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OOB.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Curva de n_estimators.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Random subspaces.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que: (a) cargue make_moons(500, noise=0.30), split 80/20; (b) entrene árbol único y BaggingClassifier(n_estimators=500, max_samples=100, oob_score=True, n_jobs=-1); (c) reporte accuracy test de ambos y oob_score_ del bag; (d) grafique las dos fronteras de decisión lado a lado; (e) repita con bootstrap=False (pasting) y compare en 1 párrafo.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Hands-On ML, cap. 7 § "Bagging and Pasting", "Out-of-Bag Evaluation", "Random Patches and Random Subspaces".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sklearn BaggingClassifier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sklearn user guide — Bagging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Breiman, L. (1996). Bagging predictors. Machine Learning, 24(2).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085 — Random Forests y Extra Trees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