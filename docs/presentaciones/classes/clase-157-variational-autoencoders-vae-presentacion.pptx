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157 — Variational Autoencoders (VAE)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Variational Autoencoders + Kingma &amp; Welling (2014).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un **VAE** (Variational Autoencoder, Kingma &amp; Welling 2014) — variante probabilística del AE que aprende una distribución sobre el latent en lugar de un punto: `encoder` outputs `μ, σ` de una gaussiana; **sampling** + **reparametrization trick** para mantener gradientes. Resultado: latent space **continuo y estructurado** → permite generación, interpolación entre samples.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Implementar encoder que devuelve (μ, log σ²); sample con z = μ + σ · ε (reparametrization).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17 § Variational Autoencoders + Kingma &amp; Welling (2014).  Duración estimada: 80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VAE (Variational Autoencoder, Kingma &amp; Welling 2014) — variante probabilística del AE que aprende una distribución sobre el latent en lugar de un punto: encoder outputs μ, σ de una gaussiana; sampling + reparametrization trick para mantener gradientes. Resultado: latent space continuo y estructurado → permite generación, interpolación entre samples.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encoder que devuelve (μ, log σ²); sample con z = μ + σ · ε (reparametrization).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Loss = reconstruction_loss + β · KL(N(μ,σ²) || N(0,I)).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samples nuevos: muestrear z ~ N(0,I), pasar por el decoder.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Interpolar en el latent space y verificar transiciones suaves.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VAE produce outputs borrosos (consecuencia del MSE/BCE) — motivó GANs (132).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ELBO (Evidence Lower BOund): log p(x) ≥ E[log p(x|z)] - KL(q(z|x) || p(z)).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Reparametrization trick: para back-propagar a través del sample.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β-VAE: subir β fuerza latent más disentangled.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Posterior collapse: cuando el decoder ignora 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tf.random.set_seed(42)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print('tensorflow:', tf.__version__)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HAS_TF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print('tensorflow no instalado.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latent_dim =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VAE básico: encoder → (z_mean, z_log_var) → sample → decoder.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Sampling: muestrear z ~ N(0,I) de tamaño (100, latent_dim).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Interpolación: dos imágenes A y B → z_A, z_B.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β-VAE: probar β=1, β=5, β=10.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Posterior collapse: con LR alto, el encoder colapsa a μ=0, σ=1.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Encoder convolucional, latent_dim=10.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Decoder simétrico.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Loss: BCE + KL.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30 épocas; generar 64 muestras nuevas y visualizar grid.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Interpolación entre 2 prendas distintas.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17 — Variational Autoencoders.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Kingma &amp; Welling (2014), Auto-Encoding Variational Bayes, ICLR.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Higgins et al. (2017), β-VAE, ICLR.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 den Oord et al. (2017), Neural Discrete Representation Learning (VQ-VAE), NeurIPS.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158 — GANs: DCGAN, Progressive GAN, StyleGAN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