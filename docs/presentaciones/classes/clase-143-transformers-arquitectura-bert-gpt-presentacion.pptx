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143 — Transformers: arquitectura, BERT, GPT (+ Flash Attention, RoPE, GQA)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Géron, cap. 16 § The Transformer Architecture + Vaswani et al. (2017) + papers BERT, GPT, FlashAttention.  Duración estimada: 100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Dominar la arquitectura **Transformer** —encoder, decoder, ambas variantes (BERT encoder-only, GPT decoder-only, T5 encoder-decoder)— a nivel de poder implementarla a mano. Conocer las **mejoras clave 2022-2024** que hacen a los LLMs modernos rápidos y eficientes: **Flash Attention v2/v3**, **RoPE** (Rotary Position Embeddings), **Grouped-Query Attention (GQA)**.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Dibujar el block de Transformer: LayerNorm → MultiHeadAttention → +residual → LayerNorm → FFN → +residual.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Géron, cap. 16 § The Transformer Architecture + Vaswani et al. (2017) + papers BERT, GPT, FlashAttention.  Duración estimada: 100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Dominar la arquitectura Transformer —encoder, decoder, ambas variantes (BERT encoder-only, GPT decoder-only, T5 encoder-decoder)— a nivel de poder implementarla a mano. Conocer las mejoras clave 2022-2024 que hacen a los LLMs modernos rápidos y eficientes: Flash Attention v2/v3, RoPE (Rotary Position Embeddings), Grouped-Query Attention (GQA).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Dibujar el block de Transformer: LayerNorm → MultiHeadAttention → +residual → LayerNorm → FFN → +residual.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Implementar positional encoding sinusoidal o aprendible.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Reconocer 3 variantes: encoder-only (BERT), decoder-only (GPT), encoder-decoder (T5, Whisper).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Saber qué hace cada mejora moderna: Flash Attention (O(N) memoria, 2-3× speedup), RoPE (mejor extrapolación a secuencias largas), GQA (compartir KV heads → menos KV cache en inference).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Cargar y usar un Transformer chico con keras.layers.MultiHeadAttention o desde Hugging Face.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Block Transformer: LN → MHA → res → LN → FFN → res.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Positional encoding: por qué se necesita (attention es permutation-invariant) — sin → aprendible → RoPE.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BERT: encoder-only, MLM + NSP, bidireccional.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GPT: decoder-only, next-token, causal mask.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T5 / BART: encoder-decoder, span-corruption / denoising.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Complemento moderno: Flash Attention, RoPE, GQA, MQA.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Primer bloque ejecutable del notebook.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tensorflow import keras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tensorflow.keras import layers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keras.utils.set_random_seed(42)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def positional_encoding(seq_len, d_model):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pos = np.arange(seq_len)[:, None]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i = np.arange(d_model)[None, :]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ang = pos / np.power(10000.0, (2 * (i // 2)) / d_model)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pe = np.zeros((seq_len, d_model))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pe[:, 0::2] = np.sin(ang[:, 0::2])   # dimensiones pares -&gt; seno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pe[:, 1::2] = np.cos(ang[:, 1::2])   # dimensiones impares -&gt; coseno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return pe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pe = positional_encoding(50, 64)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print("positional encoding:", pe.shape, "| rango:", round(pe.min(), 2), round(pe.max(), 2))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Transformer block desde cero: implementar def transformer_block(x): x = x + mha(LN(x)); x = x + ffn(LN(x)); return x con MultiHeadAttention y FFN.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Positional encoding sinusoidal: implementar la fórmula original de Vaswani; visualizar como heatmap.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Mini-GPT: 4 capas Transformer con causal mask.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RoPE manual: implementar la rotación.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HuggingFace check: cargar bert-base-uncased y gpt2; imprimir model.config.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4 capas Transformer decoder con causal mask.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d_model=128, n_heads=4, vocab=char-level.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Train 20 épocas; generar 1000 caracteres con temperatura 0.7.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Comparar val_loss y muestras vs char-RNN (clase 122).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Géron, cap. 16 — The Transformer Architecture.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Vaswani et al. (2017), Attention Is All You Need, NeurIPS.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Devlin et al. (2018), BERT, NAACL.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Radford et al. (2018-2019), GPT, GPT-2, OpenAI.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Dao et al. (2022, 2023, 2024), FlashAttention v1/v2/v3.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Su et al. (2021), RoFormer: Enhanced Transformer with Rotary Position Embedding.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144 — Flash Attention v2/v3, RoPE, GQA: el motor de los LLMs modernos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