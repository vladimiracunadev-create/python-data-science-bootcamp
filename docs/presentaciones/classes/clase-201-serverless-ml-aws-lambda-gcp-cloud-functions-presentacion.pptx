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Clase 201 — Serverless ML: AWS Lambda, GCP Cloud Functions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Parte: 4 — MLOps · Fuente: Huyen cap. 11 + docs Lambda container images + Cloud Functions 2nd gen.  Duración estimada: 75 min. · Nivel: Avanzado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65960"/>
            <a:ext cx="10332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200" b="1">
                <a:solidFill>
                  <a:srgbClr val="0F172A"/>
                </a:solidFill>
                <a:latin typeface="Segoe UI Semibold"/>
              </a:defRPr>
            </a:pPr>
            <a:r>
              <a:rPr sz="2200" b="1">
                <a:solidFill>
                  <a:srgbClr val="0F172A"/>
                </a:solidFill>
                <a:latin typeface="Segoe UI Semibold"/>
              </a:rPr>
              <a:t>Desplegar un modelo como **función serverless** que escala de 0 a N sin gestionar servidores. Decidir cuándo serverless **gana** (tráfico bursty, batch chico, no podés mantener infra) y cuándo **pierde** (cold start crítico, modelo &gt;1 GB, latencia &lt;50 ms requerida).</a:t>
            </a:r>
          </a:p>
          <a:p>
            <a:pPr>
              <a:defRPr sz="1500" b="0">
                <a:solidFill>
                  <a:srgbClr val="475569"/>
                </a:solidFill>
                <a:latin typeface="Segoe UI"/>
              </a:defRPr>
            </a:pPr>
            <a:r>
              <a:rPr sz="1500" b="0">
                <a:solidFill>
                  <a:srgbClr val="475569"/>
                </a:solidFill>
                <a:latin typeface="Segoe UI"/>
              </a:rPr>
              <a:t>Al cierre: Empaquetar un modelo sklearn/XGBoost como Lambda Container Image (hasta 10 GB) o Cloud Function 2nd gen (build automático con Buildpacks).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🎯 Objetivo · 📚 Resultados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Parte: 4 — MLOps · Fuente: Huyen cap. 11 + docs Lambda container images + Cloud Functions 2nd gen.  Duración estimada: 75 min. · Nivel: Avanzado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Objetivo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Desplegar un modelo como función serverless que escala de 0 a N sin gestionar servidores. Decidir cuándo serverless gana (tráfico bursty, batch chico, no podés mantener infra) y cuándo pierde (cold start crítico, modelo &gt;1 GB, latencia &lt;50 ms requerida).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Resultados de aprendizaje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Empaquetar un modelo sklearn/XGBoost como Lambda Container Image (hasta 10 GB) o Cloud Function 2nd gen (build automático con Buildpacks).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Mitigar cold starts con: provisioned concurrency (Lambda), min-instances=1 (Cloud Functions), o snapshot-based init (SnapStart).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Configurar API Gateway o HTTP trigger para exponer la función como REST.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Calcular costo: $/M invocations × duration × memory, vs un pod K8s 24/7.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Reconocer límites: timeout 15 min (Lambda), payload 6 MB sync / 256 KB async, disco efímero 512 MB /tmp (10 GB con ephemeral-storage).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🗺️ Temas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Recorrido de la sesión.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Modelo de ejecución: scale-to-zero, request-per-instance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Cold start vs warm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Package formats: ZIP (≤250 MB) vs Container (≤10 GB)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Cost model: invocations + GB-seconds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Provisioned concurrency / min-instances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Cuándo NO usar serverless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📖 Definiciones clave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Conceptos a fijar antes de la práctica.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0F172A"/>
                </a:solidFill>
                <a:latin typeface="Segoe UI"/>
              </a:defRPr>
            </a:pPr>
            <a:r>
              <a:rPr sz="1800" b="0">
                <a:solidFill>
                  <a:srgbClr val="0F172A"/>
                </a:solidFill>
                <a:latin typeface="Segoe UI"/>
              </a:rPr>
              <a:t>• Ver README de la clase.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💻 Código de muestra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Primer bloque ejecutable del notebook.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10698480" cy="448056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1024128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lambda_dockerfile = '''\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FROM public.ecr.aws/lambda/python:3.12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COPY requirements.txt ./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RUN pip install --no-cache-dir -r requirements.txt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COPY app.py model.pkl ./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CMD ["app.lambda_handler"]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'''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print('# Dockerfile (Lambda)')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print(lambda_dockerfile)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🧪 Ejercicios · 📝 Homework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Práctica guiada + entrega.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Ejercicios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Lambda con container: buildeá un Dockerfile basado en public.ecr.aws/lambda/python:3.12, copiá app.py con lambda_handler(event, context), y model.pkl.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API Gateway: creá una API HTTP y conectala a la Lambda.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Provisioned Concurrency: configurá provisioned-concurrency=1 en la Lambda.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Cloud Functions equivalent: gcloud functions deploy iris --gen2 --runtime=python312 --trigger-http --source=.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Cost calc: asumí 100 req/s sostenido, modelo en RAM 512 MB, 80 ms p99.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Homework verificable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Lambda function (container image) que sirve predict con cold start &lt;3 s y warm &lt;80 ms.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API Gateway HTTP exponiendo la Lambda.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CloudWatch alarm que dispara si Errors &gt; 5 en 5 min, o Duration P99 &gt; 1000 ms.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Script python cost_analysis.py que dado req_per_second_mean, req_size, mem_mb, duration_ms calcula $/mes en (a) Lambda on-demand, (b) Lambda con PC=2, (c) ECS Fargate equivalente, (d) K8s con 3 pods t3.medium.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Recomendación escrita: para tu workload, qué opción elegir y por qué.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🔗 Referencias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Bibliografía y docs oficiales.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Huyen, Chip. Designing Machine Learning Systems (O'Reilly, 2022), cap. 11.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AWS Lambda container images for Python.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Lambda SnapStart for Python.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Cloud Functions 2nd gen.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Modal — serverless con GPU para ML.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Siguiente paso 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Cierre de la clase.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743200"/>
            <a:ext cx="10332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Segoe UI Semibold"/>
              </a:defRPr>
            </a:pPr>
            <a:r>
              <a:rPr sz="2400" b="1">
                <a:solidFill>
                  <a:srgbClr val="0F172A"/>
                </a:solidFill>
                <a:latin typeface="Segoe UI Semibold"/>
              </a:rPr>
              <a:t>Clase 202 — Monitoreo: data drift, model drift, alertas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