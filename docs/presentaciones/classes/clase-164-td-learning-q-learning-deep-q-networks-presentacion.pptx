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164 — TD Learning, Q-Learning, Deep Q-Networks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Q-Learning y § Deep Q-Learning.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Implementar **Q-Learning** clásico (Watkins 1989) y su versión moderna **DQN** (Mnih et al. 2015, Nature paper que aprendió Atari desde pixels). Off-policy, model-free, bootstrap. Conocer los 2 trucos que hicieron a DQN funcionar: **experience replay** y **target network**.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update Q-learning: Q(s,a) ← Q(s,a) + α[r + γ max_a' Q(s',a') - Q(s,a)].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Q-Learning y § Deep Q-Learning.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Implementar Q-Learning clásico (Watkins 1989) y su versión moderna DQN (Mnih et al. 2015, Nature paper que aprendió Atari desde pixels). Off-policy, model-free, bootstrap. Conocer los 2 trucos que hicieron a DQN funcionar: experience replay y target network.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update Q-learning: Q(s,a) ← Q(s,a) + α[r + γ max_a' Q(s',a') - Q(s,a)].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Q-learning tabular en FrozenLake.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DQN: red state → Q(a) para todas las actions, MSE entre Q predicted y r + γ max_a' Q'(s',a').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replay buffer (almacenar transitions, samplear batch para training).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target network (copia frozen actualizada cada N steps).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TD (Temporal Difference) error: δ = r + γ V(s') - V(s).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Q-learning: off-policy, sigue greedy de Q*.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ε-greedy exploration: con prob ε explora random, sino greedy.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Replay buffer: deque de (s, a, r, s', done).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Target network: estabilidad (sino, target se mueve mientras estimás).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DQN sobre CartPole y Atari.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` 0(S)  1     2     3 4     5(H)  6     7(H)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nS, nA = 16, 4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holes = {5, 7, 11, 12}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goal = 15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next_state(s, a):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row, col = divmod(s, 4)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if   a == 0: col = max(col - 1, 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elif a == 1: row = min(row + 1, 3)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elif a == 2: col = min(col + 1, 3)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elif a == 3: row = max(row - 1, 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row * 4 + col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class GridWorld: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def reset(self):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self.s = 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return self.s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def step(self, a):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Q-learning tabular: en FrozenLake, mantener Q[s, a] numpy array.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DQN básico: red Dense(64) → Dense(64) → Dense(2) para CartPole.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Replay buffer: from collections import deque; buffer = deque(maxlen=10_000).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Target network: copiar Q.weights cada 100 steps a Q_target.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ε decay: empezar ε=1.0, decaer linealmente a 0.01 en 10 000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 Dense(64, relu) → Dense(64, relu) → Dense(2).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Replay buffer 50 000, batch 64.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Target network sync cada 100 steps.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ε: linear decay 1.0 → 0.05 sobre 10 000 steps.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Train hasta mean_reward(100 episodios) ≥ 195.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18 — Q-Learning y Deep Q-Learning.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Watkins (1989), Learning from Delayed Rewards (PhD thesis).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Mnih et al. (2015), Human-level control through deep reinforcement learning, Nature — DQN paper.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 Hasselt et al. (2016), Deep Reinforcement Learning with Double Q-learning.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165 — RL moderno: A3C, PPO, SAC (vista general)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