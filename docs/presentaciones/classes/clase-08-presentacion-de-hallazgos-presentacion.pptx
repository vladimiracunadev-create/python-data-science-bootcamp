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400">
                <a:solidFill>
                  <a:srgbClr val="F1F5F9"/>
                </a:solidFill>
                <a:latin typeface="Segoe UI Semibold"/>
              </a:defRPr>
            </a:pPr>
            <a:r>
              <a:t>🗣️ Clase 08: Presentación de hallazgos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258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90 minutos | Nivel Integrador | Dataset: Reutiliza el dataset del mini proyecto o uno equivalente del bootcamp.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65960"/>
            <a:ext cx="106984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800">
                <a:solidFill>
                  <a:srgbClr val="F1F5F9"/>
                </a:solidFill>
                <a:latin typeface="Segoe UI Semibold"/>
              </a:defRPr>
            </a:pPr>
            <a:r>
              <a:t>Transformar resultados técnicos en una historia corta, clara y defendible.</a:t>
            </a:r>
          </a:p>
          <a:p>
            <a:pPr>
              <a:defRPr sz="1800">
                <a:solidFill>
                  <a:srgbClr val="94A3B8"/>
                </a:solidFill>
                <a:latin typeface="Segoe UI"/>
              </a:defRPr>
            </a:pPr>
            <a:r>
              <a:t>La calidad del análisis también depende de cómo se explica y a quién se dirige.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400">
                <a:solidFill>
                  <a:srgbClr val="F1F5F9"/>
                </a:solidFill>
                <a:latin typeface="Segoe UI Semibold"/>
              </a:defRPr>
            </a:pPr>
            <a:r>
              <a:t>🎯 Logros y focos del módulo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83080"/>
            <a:ext cx="4663440" cy="402336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2C55E"/>
                </a:solidFill>
                <a:latin typeface="Segoe UI Semibold"/>
              </a:defRPr>
            </a:pPr>
            <a:r>
              <a:t>Temas clave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77440"/>
            <a:ext cx="4297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Storytelling con datos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Resumen ejecutivo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Mensajes clave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Visuales de apoyo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783080"/>
            <a:ext cx="4663440" cy="402336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96596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2C55E"/>
                </a:solidFill>
                <a:latin typeface="Segoe UI Semibold"/>
              </a:defRPr>
            </a:pPr>
            <a:r>
              <a:t>Resultados esperados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377440"/>
            <a:ext cx="4297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Ordenar una historia de análisis.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Elegir visuales que sostengan un mensaje.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Escribir conclusiones ejecutivas sin perder rigor.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400">
                <a:solidFill>
                  <a:srgbClr val="F1F5F9"/>
                </a:solidFill>
                <a:latin typeface="Segoe UI Semibold"/>
              </a:defRPr>
            </a:pPr>
            <a:r>
              <a:t>🧭 Ruta sugerida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Inicio: 10 min | Activar contexto y objetivo | Evidencia: Pregunta inicial visible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Desarrollo 1: 20 min | Demostración guiada | Evidencia: Primer bloque entendido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Desarrollo 2: 25 min | Lectura de código y explicación | Evidencia: Salida interpretada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Práctica: 25 min | Ejercicio o quiz del módulo | Evidencia: Entregable corto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Cierre: 10 min | Síntesis y siguiente paso | Evidencia: Autoevaluación breve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400">
                <a:solidFill>
                  <a:srgbClr val="F1F5F9"/>
                </a:solidFill>
                <a:latin typeface="Segoe UI Semibold"/>
              </a:defRPr>
            </a:pPr>
            <a:r>
              <a:t>❓ Sentido pedagógico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Por qué importa: Sin una traducción clara, un buen análisis pierde impacto frente a docentes, alumnos o stakeholders.</a:t>
            </a:r>
          </a:p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Qué hace: hallazgo → evidencia → recomendación</a:t>
            </a:r>
          </a:p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Para qué sirve: Sirve para entrenar una salida ejecutiva que conecte el dato con una decisión posible.</a:t>
            </a:r>
          </a:p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Nota docente: Haz ensayar respuestas a la pregunta: «¿por qué esto importa?».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400">
                <a:solidFill>
                  <a:srgbClr val="F1F5F9"/>
                </a:solidFill>
                <a:latin typeface="Segoe UI Semibold"/>
              </a:defRPr>
            </a:pPr>
            <a:r>
              <a:t>💻 Resumen ejecutivo en tres líneas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258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No todo hallazgo se comunica con un gráfico; a veces conviene escribir un mensaje breve y accionable.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206240"/>
          </a:xfrm>
          <a:prstGeom prst="roundRect">
            <a:avLst/>
          </a:prstGeom>
          <a:solidFill>
            <a:srgbClr val="02061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1024128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>
                <a:solidFill>
                  <a:srgbClr val="F1F5F9"/>
                </a:solidFill>
                <a:latin typeface="Courier New"/>
              </a:defRPr>
            </a:pPr>
            <a:r>
              <a:t># Qué hace: hallazgo → evidencia → recomendación.</a:t>
            </a:r>
            <a:br/>
            <a:r>
              <a:t># Para qué sirve: Sirve para entrenar una salida ejecutiva que conecte el dato con una decisión posible.</a:t>
            </a:r>
            <a:br/>
            <a:r>
              <a:t>hallazgo = "La categoría Accesorios concentra el mayor ingreso neto del periodo."</a:t>
            </a:r>
            <a:br/>
            <a:r>
              <a:t>evidencia = "El resumen por categoría la ubica en el primer lugar del ranking."</a:t>
            </a:r>
            <a:br/>
            <a:r>
              <a:t>recomendacion = "Conviene revisar margen, stock y campañas antes de ampliar la oferta."</a:t>
            </a:r>
            <a:br/>
            <a:br/>
            <a:r>
              <a:t>print(hallazgo)</a:t>
            </a:r>
            <a:br/>
            <a:r>
              <a:t>print(evidencia)</a:t>
            </a:r>
            <a:br/>
            <a:r>
              <a:t>print(recomendacion)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400">
                <a:solidFill>
                  <a:srgbClr val="F1F5F9"/>
                </a:solidFill>
                <a:latin typeface="Segoe UI Semibold"/>
              </a:defRPr>
            </a:pPr>
            <a:r>
              <a:t>🧪 Práctica y cierre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Pedir explicación de la pregunta antes de ejecutar.</a:t>
            </a:r>
          </a:p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Leer la salida y justificar cada decisión importante.</a:t>
            </a:r>
          </a:p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Cerrar con una variación pequeña o conclusión breve.</a:t>
            </a:r>
          </a:p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La clase 09 introduce modelado predictivo como extensión del análisis.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400">
                <a:solidFill>
                  <a:srgbClr val="F1F5F9"/>
                </a:solidFill>
                <a:latin typeface="Segoe UI Semibold"/>
              </a:defRPr>
            </a:pPr>
            <a:r>
              <a:t>📚 Materiales del módulo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258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Archivos que conviene mostrar o entregar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698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Disponible: README.md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Disponible: slides.md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Disponible: teoria.md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Disponible: ejercicios.md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Disponible: homework.md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Disponible: notebook.ipynb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Disponible: soluciones.ipynb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