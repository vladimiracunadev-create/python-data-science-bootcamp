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197 — CI/CD para ML con GitHub Actions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4 — MLOps · Fuente: Huyen cap. 10 + docs GitHub Actions + CML.dev.  Duración estimada: 80 min. · Nivel: 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Automatizar el ciclo **lint → test → entrenar → evaluar → comparar → desplegar** con GitHub Actions. Cada PR dispara entrenamiento sobre el slice actual de datos, postea métricas como comentario, y bloquea merge si la métrica empeoró &gt;X%. Sin CI/CD, "el modelo nuevo es mejor" es opinión; con CI/CD, es un workflow check ✅ o ❌.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Escribir un workflow .github/workflows/ml.yml con jobs lint, test, train, evaluate.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4 — MLOps · Fuente: Huyen cap. 10 + docs GitHub Actions + CML.dev.  Duración estimada: 80 min. · Nivel: 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Automatizar el ciclo lint → test → entrenar → evaluar → comparar → desplegar con GitHub Actions. Cada PR dispara entrenamiento sobre el slice actual de datos, postea métricas como comentario, y bloquea merge si la métrica empeoró &gt;X%. Sin CI/CD, "el modelo nuevo es mejor" es opinión; con CI/CD, es un workflow check  o 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Escribir un workflow .github/workflows/ml.yml con jobs lint, test, train, evaluate.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CML (Continuous Machine Learning) para postear plots/metrics en el comentario del PR.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Cachear dependencias (actions/setup-python con cache: pip) y pesos de modelos (actions/cache) para que el CI no tarde 20 min.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secrets y OIDC para deploy seguro a AWS/GCP sin claves long-lived.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Configurar branch protection + required checks que bloqueen merge si las métricas degradan.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Anatomía de un workflow: triggers, jobs, steps, runners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Matrix builds (strategy.matrix)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Caché de pip + datasets pesados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CML: reportar métricas en PR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OIDC para deploy (sin secret long-lived)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Branch protection + required status checks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 README de la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workflow = '''\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name: ml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on: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pull_request: { branches: [main] }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push: { branches: [main] }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permissions: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contents: read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pull-requests: write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id-token: write   # OIDC para AWS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jobs: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lint: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runs-on: ubuntu-latest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steps: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- uses: actions/checkout@v4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- uses: actions/setup-python@v5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with: { python-version: "3.12", cache: pip }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- run: pip install ruff &amp;&amp; ruff check src tests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test: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runs-on: ubuntu-latest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steps: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... (truncado)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Workflow mínimo (lint + test): creá .github/workflows/ci.yml con dos jobs en paralelo: lint (corre ruff check) y test (corre pytest).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Job de training: agregá un job train que corre python src/train.py, sube model.pkl y metrics.json como actions/upload-artifact.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Reporte CML: agregá un step que use iterative/setup-cml@v2, escribe report.md con cat metrics.json como tabla, y postea con cml comment create report.md.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Comparación contra main: en el mismo job, git fetch origin main &amp;&amp; python src/train.py desde main, guardás metrics_main.json, y agregás al reporte una tabla con Δaccuracy, Δf1.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Branch protection: en Settings → Branches → Add rule → main, marcá Require status checks to pass before merging y seleccioná lint, test, train.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Workflow .github/workflows/ml.yml con jobs lint, test, train, report.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CML comment funcionando: PR muestra tabla con accuracy, f1, Δaccuracy_vs_main.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Cache de pip configurado (actions/setup-python con cache: pip).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Un PR abierto donde el modelo degrada accuracy en &gt;3% — el job report debe fallar (exit 1) por umbral configurable en params.yaml.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Captura del PR mostrando el comentario CML y los checks rojos.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Huyen, Chip. Designing Machine Learning Systems (O'Reilly, 2022), cap. 10 — Infrastructure and Tooling.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GitHub Actions docs — empezar por Quickstart y Workflow syntax.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CML.dev — Continuous Machine Learning de Iterative.ai.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Configuring OIDC with AWS — deploy sin claves.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awesome-actions — actions útiles del marketplace.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198 — Docker para empaquetar modelos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