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163 — Markov Decision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18 § Markov Decision Processes + Sutton &amp; Barto cap. 3.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Formalizar el **marco teórico de RL**: un **Markov Decision Process (MDP)** = tupla `(S, A, P, R, γ)`. Conocer la **Bellman equation** que define `V*` y `Q*` óptimos, y los algoritmos clásicos **Value Iteration** y **Policy Iteration** que los resuelven (cuando el MDP es conocido).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un MDP: states, actions, transition prob, reward function, discount.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18 § Markov Decision Processes + Sutton &amp; Barto cap. 3.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Formalizar el marco teórico de RL: un Markov Decision Process (MDP) = tupla (S, A, P, R, γ). Conocer la Bellman equation que define V y Q óptimos, y los algoritmos clásicos Value Iteration y Policy Iteration que los resuelven (cuando el MDP es conocido).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un MDP: states, actions, transition prob, reward function, discount.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la Bellman equation para V: V(s) = max_a Σ P(s'|s,a)[R + γ V*(s')].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Value Iteration: actualizar iterativamente hasta convergencia.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Policy Iteration: alternar policy evaluation + policy improvement.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 limitación: requiere conocer P y R (no aplicable a entornos reales) → motivó model-free (Q-learning, clase 137).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Propiedad de Markov: P(s_{t+1} | s_t, a_t) = P(s_{t+1} | s_t, a_t, s_{t-1}, ...).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Componentes MDP.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Bellman optimality equation.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Value Iteration (synchronous update).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Policy Iteration (alternar eval + improve).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Convergencia garantizada (contractive operator).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Grid (S=start, H=hole, G=goal): ` 0(S)  1     2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nS, nA = 16, 4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holes = {5, 7, 11, 12}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goal = 15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next_state(s, a):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row, col = divmod(s, 4)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if   a == 0: col = max(col - 1, 0)     # izquierda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elif a == 1: row = min(row + 1, 3)     # abajo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elif a == 2: col = min(col + 1, 3)     # derecha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elif a == 3: row = max(row - 1, 0)     # arriba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row * 4 + col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acciones que ocurren al "resbalar": la intencion + las dos perpendiculares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perp = {0: (0, 1, 3), 1: (1, 0, 2), 2: (2, 1, 3), 3: (3, 0, 2)}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 = np.zeros((nS, nA, nS))                  # P[s, a, s']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 = np.zeros((nS, nA, nS))                  # R[s, a, s']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MDP de juguete: definir un MDP de 4 estados con P, R manualmente.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Value Iteration: implementar V[s] = max_a Σ P(s'|s,a)(R + γ V[s']) hasta max change &lt; 1e-6.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Policy Iteration: alternar evaluación (V^π) con mejora (π' = greedy(V)) hasta estabilidad.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FrozenLake: cargar gym.make('FrozenLake-v1'), extraer env.unwrapped.P (modelo del MDP), resolver con VI.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Compare: # iteraciones VI vs PI para llegar a misma policy.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Extraer modelo P y R desde env.unwrapped.P.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Implementar Value Iteration; reportar V y π greedy.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Evaluar la policy con 1000 episodios random; reportar success 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18 — Markov Decision Processes.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Sutton &amp; Barto, cap. 3-4.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Bellman (1957), Dynamic Programming.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164 — TD Learning, Q-Learning, Deep Q-Networks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