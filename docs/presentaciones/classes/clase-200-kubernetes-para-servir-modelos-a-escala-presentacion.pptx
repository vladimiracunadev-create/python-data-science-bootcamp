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200 — Kubernetes para servir modelos a escala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4 — MLOps · Fuente: Huyen cap. 11 + Burns et al., Kubernetes: Up and Running (3ª ed.) + docs k8s.  Duración estimada: 90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Desplegar el contenedor de Clase 198–199 en Kubernetes con `Deployment` + `Service` + `Ingress`, autoescalar con HPA (CPU + custom metrics), hacer rolling updates seguros, y configurar `livenessProbe`/`readinessProbe`/`resources` correctamente. Aprender los **5 manifests mínimos** que necesita cualquier servicio de inferencia.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Escribir manifests YAML para Deployment, Service, ConfigMap, Secret, HPA, Ingress.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4 — MLOps · Fuente: Huyen cap. 11 + Burns et al., Kubernetes: Up and Running (3ª ed.) + docs k8s.  Duración estimada: 90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Desplegar el contenedor de Clase 198–199 en Kubernetes con Deployment + Service + Ingress, autoescalar con HPA (CPU + custom metrics), hacer rolling updates seguros, y configurar livenessProbe/readinessProbe/resources correctamente. Aprender los 5 manifests mínimos que necesita cualquier servicio de inferencia.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manifests YAML para Deployment, Service, ConfigMap, Secret, HPA, Ingress.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livenessProbe (reinicia pod) de readinessProbe (saca del LB) de startupProbe (gracia inicial para modelos lentos).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resources.requests/limits y entender por qué un pod sin requests es OOM-killable y sin limits es noisy-neighbor.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kubectl rollout/rollback y entender los maxSurge/maxUnavailable del rolling update.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CrashLoopBackOff, ImagePullBackOff, Pending, Evicted con kubectl describe y kubectl logs.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Pod, Deployment, ReplicaSet, Service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Probes (liveness, readiness, startup)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Resources: requests vs limits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HPA: CPU + custom metrics (latency, queue depth)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Rolling update + rollback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Ingress + service mesh (mention)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Antes de entrar a los YAML, quedate con la imagen mental de qué es Kubernetes: &gt; Kubernetes es un orquestador que mantiene N réplicas de tu servicio vivas y balancea la carga entre ellas — como el director de una orquesta que, si un músico falla a mitad de la obra, hace entrar al suplente sin que el público lo note. De ahí salen todos los objetos que verás: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os, shutil, tempfile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 = Path(tempfile.gettempdir()) / 'k8s_demo'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if WORK.exists(): shutil.rmtree(WORK)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(WORK / 'k8s').mkdir(parents=True)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os.chdir(WORK)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print('cwd:', Path.cwd())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Cluster local: kind create cluster --name ml.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Deployment + Service: aplicá los YAML del notebook.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Probes: cambiá livenessProbe a apuntar a /wrong-endpoint.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HPA: kubectl apply -f hpa.yaml con targetCPUUtilizationPercentage: 50.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Rolling update + rollback: cambiá la imagen a iris-api:v2 (versión rota a propósito).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Manifests YAML para Deployment (3 réplicas, probes, resources), Service (ClusterIP), HPA (CPU 50%, min 3 max 10), Ingress.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Imagen pusheada a un registry (Docker Hub o ECR).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Loadtest que dispara HPA y demostrar escalado en logs/screenshots.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Rolling update a una versión v2 exitosa, después rollback con kubectl rollout undo.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README con comandos kubectl apply, port-forward, troubleshooting con describe.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Burns et al. Kubernetes: Up and Running (3ª ed., O'Reilly, 2022).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Kubernetes docs — Workloads, Services, Scheduling, Preemption and Eviction.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Probes guide — patrones correctos.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Horizontal Pod Autoscaler walkthrough.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Kind quickstart — cluster local en segundos.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201 — Serverless ML: AWS Lambda, GCP Cloud Functions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