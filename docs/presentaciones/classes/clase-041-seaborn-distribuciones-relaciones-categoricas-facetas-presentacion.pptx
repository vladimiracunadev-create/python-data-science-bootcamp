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4.13 Visualization with Seaborn · seaborn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use seaborn cuando aporta sobre matplotlib puro: defaults estéticos, API tipada para DataFrames (`x=`, `y=`, `hue=`, `col=`), distribuciones (`histplot`, `kdeplot`, `displot`), relaciones (`scatterplot`, `lmplot`), categóricas (`boxplot`, `violinplot`, `swarmplot`), y **facetas** (grilla automática por categoría).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Usar la API moderna (figure-level vs axes-level) y elegir la correcta.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4.13 Visualization with Seaborn · seaborn docs.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use seaborn cuando aporta sobre matplotlib puro: defaults estéticos, API tipada para DataFrames (x=, y=, hue=, col=), distribuciones (histplot, kdeplot, displot), relaciones (scatterplot, lmplot), categóricas (boxplot, violinplot, swarmplot), y facetas (grilla automática por categoría).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la API moderna (figure-level vs axes-level) y elegir la correcta.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pairplot para EDA rápido de un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Codificar 3 dimensiones con hue, style,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facetas con col= y row= para grillas automáticas.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Personalizar themes con sns.set_theme(style=..., palette=...).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seaborn vs matplotlib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Figure-level (displot, relplot, catplot) vs axes-level (histplot, scatterplot, boxplot)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hue, style, size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Facetas con col, row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pairplot para EDA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Themes y paletas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Seaborn: Wrapper sobre matplotlib con (1) defaults estéticos mejores, (2) API tipada para DataFrames (x=, y=, hue=), (3) plots estadísticos directos (regresión, distribuciones, facetas).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Figure-level (displot, relplot, catplot): Funciones que crean su propia figura, soportan facetas (col=, row= para grilla automática).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Axes-level (histplot, scatterplot, boxplot): Funciones que dibujan en un ax que tú pasas.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hue, style, size: Codifican dimensiones extra: hue (color por categoría), style (marker por categoría), size (tamaño por valor continuo).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pairplot: Matriz de scatterplots de todas las parejas de variables numéricas, diagonal con KDE/histograma.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Faceta (col/row): Una sub-figura por cada valor de una categórica.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seaborn as sns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sns.set_theme(style='whitegrid', palette='deep')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sns.load_dataset('penguins').dropna()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print(f'penguins cargado: {peng.shape}')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print(f'fallback sintético: {e}')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peng = pd.DataFrame({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'species': np.repeat(['Adelie', 'Chinstrap', 'Gentoo'], [50, 30, 40]),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'sex'    : np.tile(['Male', 'Female'], 60),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'bill_length_mm'  : np.concatenate([rng.normal(39, 2, 50), rng.normal(48, 3, 30), rng.normal(48, 3,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'bill_depth_mm'   : np.concatenate([rng.normal(18, 1, 50), rng.normal(18, 1, 30), rng.normal(15, 1,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'flipper_length_mm': np.concatenate([rng.normal(190, 6, 50), rng.normal(196, 7, 30), rng.normal(217, 7,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'body_mass_g'     : np.concatenate([rng.normal(3700, 400, 50), rng.normal(3700, 400, 30), rng.normal(5050, 500, 40)]),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Pairplot.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 con hue + 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KDE distribución.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Boxplot + swarm.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Facetas.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penguins: (a) pairplot completo; (b) violin + swarm de body_mass por (species, sex); (c) faceta 2×3 de scatter; (d) tema custom + paleta; (e) decisión documentada: cuándo usar figure-level vs axes-level.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4.13.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seaborn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Waskom, seaborn paper (JOSS, 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042 — Visualización geográfica (Plotly / folium)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