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006 — Python: tipos, estructuras, control de 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oficial (caps. 3-5) · Fluent Python (Ramalho, 2ª ed.) cap. 1.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Refrescar (o instalar) los cimientos de Python que el resto del programa asume: tipos primitivos, las 4 estructuras built-in (list, tuple, set, dict), control de flujo (if/for/while), unpacking, truthiness y la diferencia entre mutables e inmutables — la fuente del 90% de bugs sutiles.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tipos mutables (list, dict, set) vs inmutables (tuple, str, int, frozenset) y predecir el efecto en asignaciones.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oficial (caps. 3-5) · Fluent Python (Ramalho, 2ª ed.) cap. 1.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Refrescar (o instalar) los cimientos de Python que el resto del programa asume: tipos primitivos, las 4 estructuras built-in (list, tuple, set, dict), control de flujo (if/for/while), unpacking, truthiness y la diferencia entre mutables e inmutables — la fuente del 90% de bugs sutiles.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tipos mutables (list, dict, set) vs inmutables (tuple, str, int, frozenset) y predecir el efecto en asignaciones.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las 4 estructuras eligiendo bien: list (orden + duplicados), tuple (inmutable, rápida), set (unicidad), dict (lookup O(1)).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unpacking en for, returns múltiples y args/*kwargs.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truthiness correctamente ([], {}, 0, '', None son falsy; el resto es truthy).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el bug del default mutable en funciones (def f(x, lst=[])) y por qué es trampa.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Mutables vs inmutables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list, tuple, set, dict — cuándo cada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Iteración: for, enumerate, zip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Unpacking y starred expressions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Truthiness y operadores and/or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Default mutables: el clásico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Mutable: Objeto cuyo estado puede modificarse después de crearlo (list, dict, set, bytearray).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Inmutable: Objeto que NO se puede modificar; cualquier 'modificación' produce un objeto nuevo (int, float, str, tuple, frozenset).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Hashable: Objeto con __hash__ definido y constante durante su vida.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Unpacking: Sintaxis para asignar múltiples variables desde un iterable (a, b = (1, 2) o a, resto = [1, 2, 3, 4]).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Truthy / Falsy: Cómo evalúa Python un objeto en contexto booleano (if x:).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Iterable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print('python:', sys.version.split()[0])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Cuenta palabras.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Unique con orden.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Reproduce el bug del default mutable.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Top-K palabras.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Grupos por inicial.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homework.ipynb con las 5 funciones de los ejercicios, cada una con: (a) implementación, (b) 3 casos de prueba (incluyendo edge cases — lista vacía, string vacío), (c) docstring corto explicando complejidad.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Tutorial — Data Structures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Ramalho, Fluent Python 2e — cap. 1 The Python Data Model.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Tutorial — Control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007 — Comprehensions y generadores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