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183 — Bootstrap y permutation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5 Resampling Methods + Efron &amp; Tibshirani, An Introduction to the Bootstrap.  Duración estimada: 85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Sustituir los supuestos paramétricos (normalidad, homocedasticidad, fórmulas cerradas) por **resampling**: el **bootstrap** estima la distribución muestral de cualquier estadístico re-muestreando *con reemplazo*, y los **permutation tests** calculan un p-value re-mezclando etiquetas de tratamiento. Aprender a usar las APIs modernas de scipy (`bootstrap`, `permutation_test`, ≥ 1.9) y a interpretar las tres variantes de IC bootstrap (percentil, basic, **BCa**).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Implementar bootstrap a mano: B resamples con reemplazo del mismo tamaño que la muestra original, calcular el estadístico en cada uno, sacar cuantiles α/2 y 1-α/2.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5 Resampling Methods + Efron &amp; Tibshirani, An Introduction to the Bootstrap.  Duración estimada: 85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Sustituir los supuestos paramétricos (normalidad, homocedasticidad, fórmulas cerradas) por resampling: el bootstrap estima la distribución muestral de cualquier estadístico re-muestreando con reemplazo, y los permutation tests calculan un p-value re-mezclando etiquetas de tratamiento. Aprender a usar las APIs modernas de scipy (bootstrap, permutation_test, ≥ 1.9) y a interpretar las tres variantes de IC bootstrap (percentil, basic, BCa).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bootstrap a mano: B resamples con reemplazo del mismo tamaño que la muestra original, calcular el estadístico en cada uno, sacar cuantiles α/2 y 1-α/2.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scipy.stats.bootstrap(data, statistic, n_resamples=9_999, method='BCa') y entender por qué BCa corrige sesgo y asimetría.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un permutation test bilateral con scipy.stats.permutation_test((a, b), statistic, n_resamples=10_000, alternative='two-sided').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Saber cuándo usar bootstrap (IC de estadísticos no estándar: mediana, R², AUC) vs permutación (p-value de comparación entre grupos sin supuestos).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las limitaciones del bootstrap (muestra muy chica n&lt;20, dependencia temporal — usar block bootstrap).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Intuición del bootstrap: "tratá la muestra como si fuera la población y resampleá".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Tres intervalos bootstrap: percentile, basic (reflejado), BCa (bias-corrected + accelerated).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¿Cuántos resamples? B = 10_000 para IC95 % (los percentiles 2.5 y 97.5 se estabilizan).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Permutation test: intercambiar etiquetas de tratamiento bajo H₀ de "no diferencia".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Diferencia conceptual: bootstrap estima variabilidad del estadístico; permutación produce un p-value exacto condicional a los datos.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Block bootstrap para series temporales (preserva autocorrelación).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Complemento moderno: APIs scipy.stats.bootstrap y permutation_test desde scipy 1.9, vectorizadas y con BCa por default.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 resamples con reemplazo del mismo tamaño; se toman los cuantiles 2.5 % y 97.5 %.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tip = rng.gamma(shape=2.0, scale=1.5, size=200)   # asimétrico positivo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B = 10_000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boot_means = np.array([rng.choice(tip, size=len(tip), replace=True).mean() for _ in range(B)])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lo, hi = np.percentile(boot_means, [2.5, 97.5])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sp = stats.bootstrap((tip,), np.mean, n_resamples=B, method="percentile", random_state=rng)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print(f"manual  IC95% = ({lo:.3f}, {hi:.3f})")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print(f"scipy   IC95% = ({sp.confidence_interval.low:.3f}, {sp.confidence_interval.high:.3f})")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abs(lo - sp.confidence_interval.low) &lt; 0.1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plt.figure(figsize=(6, 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plt.hist(boot_means, bins=50, color="darkorange", alpha=0.7)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plt.axvline(lo, color="k", ls="--"); plt.axvline(hi, color="k", ls="--")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plt.title("Distribución bootstrap de la media (IC95% percentil)")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plt.tight_layout(); plt.show()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Bootstrap a mano: para tips.tip, hacé B=10_000 resamples con rng.choice(x, size=len(x), replace=True), calculá la media, sacá los cuantiles 2.5 y 97.5.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BCa vs percentile: con datos lognormales rng.lognormal(0, 1, 50), calculá IC de la mediana con method='percentile' y con method='BCa'.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IC para AUC: entrenar un LogisticRegression en breast cancer, calcular AUC en test.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Permutation test bilateral: con tips.tip por sex, ejecutá scipy.stats.permutation_test y comparalo con el mannwhitneyu de la Clase 150.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Cobertura: simulá 1 000 datasets de Exp(1) con n=25.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Bootstrap BCa (B=10 000) para la mediana de price global.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Bootstrap BCa para la diferencia de medianas entre cut='Ideal' y cut='Fair'.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Permutation test sobre la misma diferencia, p-value.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mediana ± IC95 % BCa por categoría de cut (un gráfico con 5 puntos + bigotes).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Conclusión en 4 líneas: relacionar el p-value de permutación con el hecho de que el IC de la diferencia no incluye 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ISLP, cap. 5 — Resampling Methods.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Efron, B. &amp; Tibshirani, R. (1993), An Introduction to the Bootstrap, Chapman &amp; Hall.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Efron, B. (1987), Better Bootstrap Confidence Intervals, JASA — paper original de BCa.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DiCiccio &amp; Efron (1996), Bootstrap Confidence Intervals, Statistical Science.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scipy.stats.bootstrap y permutation_test.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arch.bootstrap — block bootstrap para series temporales.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184 — BCa bootstrap y APIs modernas de scipy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