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042 — Visualización geográfica (Plotly / folium)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Plotly Choropleth docs · folium docs · Cartographies of the Mind (background). ·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Que el alumno construya mapas básicos cuando los datos tienen componente geográfico: **folium** (mapas Leaflet interactivos, markers, choropleth), **plotly** (choropleth, scatter geo). Sin entrar a GIS profundo (eso es geopandas, fuera del scope de Parte 0).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Crear mapa folium centrado, con tile layer básico.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Plotly Choropleth docs · folium docs · Cartographies of the Mind (background). ·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construya mapas básicos cuando los datos tienen componente geográfico: folium (mapas Leaflet interactivos, markers, choropleth), plotly (choropleth, scatter geo). Sin entrar a GIS profundo (eso es geopandas, fuera del scope de Parte 0).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Crear mapa folium centrado, con tile layer básico.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Añadir markers con popup, tooltip, color según valor.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choropleth (mapa de calor por región) con folium o plotly.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entre folium y plotly geo según destino (HTML standalone vs dashboard).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Citar fuentes de tiles y GeoJSON públicos.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Sistemas de coordenadas: lat/lng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folium: mapa + markers + popups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folium choropleth con GeoJSON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plotly choropleth y scatter_geo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Tile providers (OSM, CartoDB)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Cuándo geopandas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Coordenadas geográficas (lat, lng): Latitud (-90 a 90): N/S del ecuador.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folium: Wrapper Python de Leaflet.js.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plotly geo: Mapas en plotly (scatter_geo, choropleth).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Choropleth: Mapa de calor por región: color de cada polígono representa un valor (PIB, población, casos).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Tile provider: Servidor de "baldosas" (imágenes 256×256) que componen el mapa de fondo.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geopandas: Extensión de pandas con geometrías (Shapely).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`bash pip install folium plotly `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try: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import folium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import plotly.express as px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print(f'folium: {folium.__version__}')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print('plotly OK')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except ImportError as e: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print(f'Instala dependencias: pip install folium plotly  ({e})')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Mapa con markers.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Markers coloreados.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Choropleth folium.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Choropleth plotly.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Notebook: (a) mapa folium con 10+ markers + popups + tooltips; (b) choropleth folium de un dataset por país; (c) mismo choropleth con plotly express; (d) reporte 1-párrafo comparando ambos.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folium docs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plotly choropleth docs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Natural Earth GeoJSON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043 — SQL fundamental: SELECT, WHERE, JOIN, GROUP BY, HAVING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