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127 — TensorFlow Datasets (TFDS)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TensorFlow Datasets (TFDS) Project.  Duración estimada: 40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**TFDS** —catálogo de datasets prearmados (CIFAR, ImageNet, IMDB, COCO, MNIST, GLUE, etc.)— y la alternativa moderna **Hugging Face `datasets`** (estándar en NLP/LLMs). Cargar datasets de prueba, hacer splits, y entender por qué TFDS es práctico para benchmarks reproducibles.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Listar datasets disponibles con tfds.list_builders().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TensorFlow Datasets (TFDS) Project.  Duración estimada: 40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TFDS —catálogo de datasets prearmados (CIFAR, ImageNet, IMDB, COCO, MNIST, GLUE, etc.)— y la alternativa moderna Hugging Face datasets (estándar en NLP/LLMs). Cargar datasets de prueba, hacer splits, y entender por qué TFDS es práctico para benchmarks reproducibles.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Listar datasets disponibles con tfds.list_builders().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Cargar con tfds.load('cifar10', split=['train', 'test'], as_supervised=True).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Hacer splits custom con la slicing API: 'train[:80%]', 'train[80%:]'.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Reconocer cuando usar tfds vs huggingface_hub.datasets.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Catálogo TFDS: 200+ datasets, descarga automática + cache.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as_supervised=True → tuplas (x, y).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Splits: 'train[:80%]', 'train[-20%:]', 'all'.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dataset.info con metadata (shape, num_classes, etc.).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 Face datasets: estándar moderno multi-framework.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tensorflow_datasets as tfds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AUTOTUNE = tf.data.AUTOTUNE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tfds.load descarga y cachea en ~/tensorflow_datasets la primera vez.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print("datasets disponibles (primeros 10):", tfds.list_builders()[:10])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Listar: tfds.list_builders() → primeros 20 datasets.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CIFAR-10: (ds_train, ds_test), info = tfds.load('cifar10', split=['train', 'test'], as_supervised=True, with_info=True).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Slicing: cargar train[:90%] + train[90%:] como train/val split.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Pipeline: ds_train.map(preprocess).cache().shuffle(1024).batch(32).prefetch(AUTOTUNE).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HF datasets: from datasets import load_dataset; ds = load_dataset('imdb').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Cargar con tfds.load(..., as_supervised=True).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con preprocessing, batch, prefetch.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MLP [1024, 512, 256, 10] con BN + Dropout.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en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13 — The TensorFlow Datasets (TFDS) Project.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TFDS catalog.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Hugging Face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128 — Capas convolucionales, filtros, feature maps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