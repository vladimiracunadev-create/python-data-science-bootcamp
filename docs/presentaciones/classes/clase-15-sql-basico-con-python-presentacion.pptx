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Sql Basico Con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consultar datos usando SQL desde Python, creando una base de datos SQLite en memoria y usando `pd.read_sql()` para obtener resultados como DataFrames. Al finalizar, el estudiante podrá escribir consultas SELECT con WHERE, GROUP BY, ORDER BY y funciones de agregación, y entenderá la equiva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 (cargado en una base de datos SQLite en memoria)</a:t>
            </a:r>
          </a:p>
          <a:p>
            <a:r>
              <a:rPr sz="1600">
                <a:solidFill>
                  <a:srgbClr val="505050"/>
                </a:solidFill>
              </a:rPr>
              <a:t>• Explicar qué es SQL y por qué los científicos de datos lo necesitan</a:t>
            </a:r>
          </a:p>
          <a:p>
            <a:r>
              <a:rPr sz="1600">
                <a:solidFill>
                  <a:srgbClr val="505050"/>
                </a:solidFill>
              </a:rPr>
              <a:t>• Crear una base de datos SQLite en memoria desde Python y cargar datos de un CSV</a:t>
            </a:r>
          </a:p>
          <a:p>
            <a:r>
              <a:rPr sz="1600">
                <a:solidFill>
                  <a:srgbClr val="505050"/>
                </a:solidFill>
              </a:rPr>
              <a:t>• Escribir consultas SELECT básicas para leer filas y columnas</a:t>
            </a:r>
          </a:p>
          <a:p>
            <a:r>
              <a:rPr sz="1600">
                <a:solidFill>
                  <a:srgbClr val="505050"/>
                </a:solidFill>
              </a:rPr>
              <a:t>• Filtrar registros con WHERE usando condiciones simples y combinadas</a:t>
            </a:r>
          </a:p>
          <a:p>
            <a:r>
              <a:rPr sz="1600">
                <a:solidFill>
                  <a:srgbClr val="505050"/>
                </a:solidFill>
              </a:rPr>
              <a:t>• Agrupar datos con GROUP BY y aplicar funciones de agregación (COUNT, SUM, AVG, MAX, MIN)</a:t>
            </a:r>
          </a:p>
          <a:p>
            <a:r>
              <a:rPr sz="1600">
                <a:solidFill>
                  <a:srgbClr val="505050"/>
                </a:solidFill>
              </a:rPr>
              <a:t>• Ordenar resultados con ORDER BY</a:t>
            </a:r>
          </a:p>
          <a:p>
            <a:r>
              <a:rPr sz="1600">
                <a:solidFill>
                  <a:srgbClr val="505050"/>
                </a:solidFill>
              </a:rPr>
              <a:t>• Obtener resultados como DataFrame con `pd.read_sql()`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Presentar el objetivo y la pregunta central del módulo.</a:t>
            </a:r>
          </a:p>
          <a:p>
            <a:r>
              <a:rPr sz="1500">
                <a:solidFill>
                  <a:srgbClr val="505050"/>
                </a:solidFill>
              </a:rPr>
              <a:t>• Conectar la sesión con el recorrido general del bootcamp.</a:t>
            </a:r>
          </a:p>
          <a:p>
            <a:r>
              <a:rPr sz="1500">
                <a:solidFill>
                  <a:srgbClr val="505050"/>
                </a:solidFill>
              </a:rPr>
              <a:t>• Pregunta inicial: "Si los datos de tu empresa vivieran en miles de archivos CSV, ¿cómo los consultarías? — En la realidad, viven en bases de datos y se consultan con SQL."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SQL es declarativo: describes qué quieres, no cómo obtenerlo paso a paso</a:t>
            </a:r>
          </a:p>
          <a:p>
            <a:r>
              <a:rPr sz="1500">
                <a:solidFill>
                  <a:srgbClr val="505050"/>
                </a:solidFill>
              </a:rPr>
              <a:t>• Toda consulta SQL devuelve una tabla resultado</a:t>
            </a:r>
          </a:p>
          <a:p>
            <a:r>
              <a:rPr sz="1500">
                <a:solidFill>
                  <a:srgbClr val="505050"/>
                </a:solidFill>
              </a:rPr>
              <a:t>• `pd.read_sql()` es el puente entre SQL y el ecosistema pandas/Python</a:t>
            </a:r>
          </a:p>
          <a:p>
            <a:r>
              <a:rPr sz="1500">
                <a:solidFill>
                  <a:srgbClr val="505050"/>
                </a:solidFill>
              </a:rPr>
              <a:t>• GROUP BY sin función de agregación generalmente no tiene sentido</a:t>
            </a:r>
          </a:p>
          <a:p>
            <a:r>
              <a:rPr sz="1500">
                <a:solidFill>
                  <a:srgbClr val="505050"/>
                </a:solidFill>
              </a:rPr>
              <a:t>• La mayoría de los sistemas de datos del mundo (empresas, bancos, hospitales, gobierno) usan bases de datos relacionales y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15 — Sql Basico Con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