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3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E6F5F5"/>
                </a:solidFill>
              </a:rPr>
              <a:t>Clase 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Deteccion De Anomalias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E6F5F5"/>
                </a:solidFill>
              </a:rPr>
              <a:t>Bootcamp Python para Data Science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Objetivo de la clase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0F3D3E"/>
                </a:solidFill>
              </a:rPr>
              <a:t>Aprender a identificar valores anómalos en datos usando métodos estadísticos (IQR, Z-score) y algoritmos de Machine Learning (Isolation Forest, Local Outlier Factor), con aplicaciones prácticas en ventas y transporte.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Temas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505050"/>
                </a:solidFill>
              </a:rPr>
              <a:t>• `datasets/ventas_tienda.csv`</a:t>
            </a:r>
          </a:p>
          <a:p>
            <a:r>
              <a:rPr sz="1600">
                <a:solidFill>
                  <a:srgbClr val="505050"/>
                </a:solidFill>
              </a:rPr>
              <a:t>• `datasets/transporte.csv`</a:t>
            </a:r>
          </a:p>
          <a:p>
            <a:r>
              <a:rPr sz="1600">
                <a:solidFill>
                  <a:srgbClr val="505050"/>
                </a:solidFill>
              </a:rPr>
              <a:t>• Distinguir anomalías de outliers estadísticos, aplicar métodos IQR y Z-score, usar Isolation Forest y LOF de sklearn para detectar puntos inusuales.</a:t>
            </a:r>
          </a:p>
          <a:p>
            <a:r>
              <a:rPr sz="1600">
                <a:solidFill>
                  <a:srgbClr val="505050"/>
                </a:solidFill>
              </a:rPr>
              <a:t>• Anomalías vs outliers</a:t>
            </a:r>
          </a:p>
          <a:p>
            <a:r>
              <a:rPr sz="1600">
                <a:solidFill>
                  <a:srgbClr val="505050"/>
                </a:solidFill>
              </a:rPr>
              <a:t>• Regla del IQR</a:t>
            </a:r>
          </a:p>
          <a:p>
            <a:r>
              <a:rPr sz="1600">
                <a:solidFill>
                  <a:srgbClr val="505050"/>
                </a:solidFill>
              </a:rPr>
              <a:t>• Z-score</a:t>
            </a:r>
          </a:p>
          <a:p>
            <a:r>
              <a:rPr sz="1600">
                <a:solidFill>
                  <a:srgbClr val="505050"/>
                </a:solidFill>
              </a:rPr>
              <a:t>• Isolation Forest</a:t>
            </a:r>
          </a:p>
          <a:p>
            <a:r>
              <a:rPr sz="1600">
                <a:solidFill>
                  <a:srgbClr val="505050"/>
                </a:solidFill>
              </a:rPr>
              <a:t>• Local Outlier Factor (LOF)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🎞️ Slides — Clase 27: Detección de Anomalías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Slide 1 — ¿Qué problema resolvemos hoy?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Slide 2 — Anomalía vs Outlier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Slide 3 — Ejemplos del mundo real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505050"/>
                </a:solidFill>
              </a:rPr>
              <a:t>• **Banca:** transacción en un país diferente minutos después de una compra local</a:t>
            </a:r>
          </a:p>
          <a:p>
            <a:r>
              <a:rPr sz="1500">
                <a:solidFill>
                  <a:srgbClr val="505050"/>
                </a:solidFill>
              </a:rPr>
              <a:t>• **Manufactura:** temperatura de una máquina fuera del rango habitual</a:t>
            </a:r>
          </a:p>
          <a:p>
            <a:r>
              <a:rPr sz="1500">
                <a:solidFill>
                  <a:srgbClr val="505050"/>
                </a:solidFill>
              </a:rPr>
              <a:t>• **Salud:** frecuencia cardíaca inusualmente baja a las 2pm</a:t>
            </a:r>
          </a:p>
          <a:p>
            <a:r>
              <a:rPr sz="1500">
                <a:solidFill>
                  <a:srgbClr val="505050"/>
                </a:solidFill>
              </a:rPr>
              <a:t>• **E-commerce:** producto con 500 reseñas en un día (reseñas falsas)</a:t>
            </a:r>
          </a:p>
          <a:p>
            <a:r>
              <a:rPr sz="1500">
                <a:solidFill>
                  <a:srgbClr val="505050"/>
                </a:solidFill>
              </a:rPr>
              <a:t>• **Transporte:** tiempo de entrega 5 veces mayor al habitual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Slide 4 — Método 1: Regla del IQR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Slide 5 — Método 2: Z-score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Slide 6 — Método 3: Isolation Forest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-1 = anomalía, 1 = normal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3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22860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A practicar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E6F5F5"/>
                </a:solidFill>
              </a:rPr>
              <a:t>Clase 27 — Deteccion De Anomalias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