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065 — Precision/Recall tradeoff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50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entienda que **no se puede maximizar precision y recall al mismo tiempo**: mover el threshold de decisión sube uno y baja el otro. La clase enseña a usar `decision_function` + `precision_recall_curve` para elegir el threshold según el costo del negocio, no según el default de `0`.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el tradeoff entre precision y recall en términos del threshold del clasificador.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3.  Duración estimada: 50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entienda que no se puede maximizar precision y recall al mismo tiempo: mover el threshold de decisión sube uno y baja el otro. La clase enseña a usar decision_function + precision_recall_curve para elegir el threshold según el costo del negocio, no según el default de 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el tradeoff entre precision y recall en términos del threshold del clasificador.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Obtener scores crudos con decision_function(X) (o predict_proba) en vez de quedarse con predict.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la curva con precision_recall_curve(y_true, scores) y graficarla.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un threshold que cumpla una restricción del negocio (ej: precision ≥ 90%).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Reportar average_precision_score como métrica resumen única de la curva.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Threshold de decisión: el default 0 no es sagrado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decision_function vs predict_proba vs predict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precision_recall_curve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Elegir threshold según restricción de negocio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average_precision_score (AP)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Cuándo PR &gt; ROC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decision_function(X): Devuelve el score crudo del clasificador (distancia al hiperplano en SGD/SVM).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Threshold de decisión: Punto de corte sobre el score.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precision_recall_curve(y_true, scores): Devuelve (precisions, recalls, thresholds) para todos los thresholds posibles.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precision_score(y_true, y_pred): TP / (TP + FP).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recall_score(y_true, y_pred): TP / (TP + FN).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average_precision_score(y_true, scores) (AP): Área bajo la curva precision-recall, calculada como promedio ponderado de precisions en cada threshold.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No se puede maximizar precision y recall a la vez: mover el umbral de decisión sube uno y baja el otro. Usamos decision_function + precision_recall_curve para elegir el umbral según el costo del negocio, no según el default 0. Requiere: numpy, scikit-learn, matplotlib.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sklearn.linear_model import SGDClassifier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train_test_split, cross_val_predict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(precision_recall_curve, precision_score,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                         recall_score, average_precision_score)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digits = load_digits()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digits.data, digits.target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Xtr, Xte, ytr, yte = train_test_split(X, y, test_size=0.3, stratify=y,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ytr5 = (ytr == 5)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print('positivos (5) en train:', int(ytr5.sum()), '/', len(ytr5))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Score crudo.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PR.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Threshold para precision ≥ 90%.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precision vs recall.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Average precision.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con MNIST binario (es 5 vs no): (a) entrenar SGDClassifier; (b) obtener y_scores con cross_val_predict(method='decision_function'); (c) graficar las dos curvas (precision/recall vs threshold y precision vs recall); (d) encontrar el threshold que da precision ≥ 90% y reportar el recall en ese punto; (e) reportar average_precision_score.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3 § Precision/Recall Tradeoff y § The ROC Curve.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precision_recall_curve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average_precision_score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Precision-Recall 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066 — Curva ROC y AUC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