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158 — GANs: DCGAN, Progressive GAN, StyleGAN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Generative Adversarial Networks + Goodfellow (2014).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un **GAN** (Generative Adversarial Network, Goodfellow 2014) — dos redes en juego adversarial: **Generador** crea muestras desde noise; **Discriminador** distingue real de falso. El equilibrio Nash de este juego = generador que genera muestras indistinguibles de la distribución real. Conocer las variantes principales: **DCGAN**, **Progressive GAN**, **StyleGAN** (caras hiperrealistas).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Implementar un DCGAN sencillo con Generator + Discriminator convolucionales sobre MNIST/Fashion.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Generative Adversarial Networks + Goodfellow (2014).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GAN (Generative Adversarial Network, Goodfellow 2014) — dos redes en juego adversarial: Generador crea muestras desde noise; Discriminador distingue real de falso. El equilibrio Nash de este juego = generador que genera muestras indistinguibles de la distribución real. Conocer las variantes principales: DCGAN, Progressive GAN, StyleGAN (caras hiperrealistas).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DCGAN sencillo con Generator + Discriminator convolucionales sobre MNIST/Fashion.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custom training loop alternando G y D updates.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3 problemas clásicos: mode collapse (G produce 1 sola cosa), vanishing G gradient (D demasiado bueno), training inestable.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label smoothing (real labels = 0.9 en lugar de 1.0), noise en D inputs, y WGAN-GP (Wasserstein) para mejor estabilidad.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GANs perdieron terreno frente a Diffusion (clase 133) en 2022+, pero StyleGAN sigue siendo competitivo para caras.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Loss original (min-max): min_G max_D E[log D(x)] + E[log(1 - D(G(z)))].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DCGAN: arquitecturas convolucionales (Radford et al. 2015).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Modos de fallo: mode collapse, D demasiado fuerte/débil.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WGAN, WGAN-GP, spectral norm.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Progressive GAN: empezar con 4×4, ir subiendo resolución.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StyleGAN: AdaIN, style mixing, latent W intermedio.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Métricas: FID (Fréchet Inception Distance),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tf.random.set_seed(42)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print('tensorflow:', tf.__version__)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print('tensorflow no instalado.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LATENT =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DCGAN básico: G y D convolucionales.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Diagnóstico: graficar D_loss y G_loss por step.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 collapse: tras N épocas, generar 64 samples.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WGAN-GP: implementar gradient penalty en la D loss.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FID: implementar (o usar tensorflow_gan.eval.fid) y reportar FID del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Generator: Dense(77128) → reshape → Conv2DTranspose × 3 hasta 28×28.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Discriminator: Conv2D × 3 → Dense(1).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50 épocas; generar grid 8×8.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D_loss y G_loss finales; visual del grid.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17 — Generative Adversarial Networks.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Goodfellow et al. (2014), Generative Adversarial Networks,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Radford et al. (2015), DCGAN, ICLR.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Karras et al. (2018), Progressive Growing of GANs, ICLR.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Karras et al. (2019, 2020, 2021), StyleGAN1/2/3, NeurIPS/CVPR.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Gulrajani et al. (2017), WGAN-GP, NeurIPS.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159 — Modelos de difusión (+ Stable Diffusion XL, ControlNet, LCM)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