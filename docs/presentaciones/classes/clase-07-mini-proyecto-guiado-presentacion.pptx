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🧩 Clase 07: Mini proyecto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90 minutos | Nivel Integrador | Dataset: datasets/ventas_tienda.csv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>
                <a:solidFill>
                  <a:srgbClr val="F1F5F9"/>
                </a:solidFill>
                <a:latin typeface="Segoe UI Semibold"/>
              </a:defRPr>
            </a:pPr>
            <a:r>
              <a:t>Integrar las habilidades vistas hasta ahora en un mini proyecto guiado de principio a fin.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El proyecto ordena técnicas sueltas dentro de un proceso con sentido.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🎯 Logros y focos del módulo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Pregunta de análisis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Recorte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Secuencia de trabajo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Evidencia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Formular una pregunta concreta de proyecto.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Armar una base de trabajo con columnas útiles.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Seguir una secuencia coherente de análisis.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🧭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❓ Sentido pedagógico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Por qué importa: Este módulo ayuda a unir análisis, limpieza y visualización en un flujo coherente y comunicable.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Qué hace: pregunta → recorte → base de trabajo → análisis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Para qué sirve: Sirve para evitar notebooks dispersos y para mostrar que el proyecto comienza delimitando el problema.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Nota docente: Haz visible la pregunta central durante toda la sesión para evitar que el grupo se disperse.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💻 Definición de pregunta y base de trabajo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Antes de calcular, conviene dejar escrita la pregunta y recortar solo las columnas necesarias.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2412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pregunta → recorte → base de trabajo → análisis.</a:t>
            </a:r>
            <a:br/>
            <a:r>
              <a:t># Para qué sirve: Sirve para evitar notebooks dispersos y para mostrar que el proyecto comienza delimitando el problema.</a:t>
            </a:r>
            <a:br/>
            <a:r>
              <a:t>import pandas as pd</a:t>
            </a:r>
            <a:br/>
            <a:br/>
            <a:r>
              <a:t>df = pd.read_csv("datasets/ventas_tienda.csv")</a:t>
            </a:r>
            <a:br/>
            <a:r>
              <a:t>df["total_neto"] = df["unidades"] * df["precio_unitario"] * (1 - df["descuento_pct"])</a:t>
            </a:r>
            <a:br/>
            <a:br/>
            <a:r>
              <a:t>pregunta = "¿Qué categoría concentra mayor ingreso neto?"</a:t>
            </a:r>
            <a:br/>
            <a:r>
              <a:t>columnas = ["fecha", "sucursal", "categoria", "producto", "medio_pago", "total_neto"]</a:t>
            </a:r>
            <a:br/>
            <a:r>
              <a:t>proyecto = df[columnas].copy()</a:t>
            </a:r>
            <a:br/>
            <a:br/>
            <a:r>
              <a:t>print(pregunta)</a:t>
            </a:r>
            <a:br/>
            <a:r>
              <a:t>print(proyecto.head())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Práctica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Pedir explicación de la pregunta antes de ejecutar.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Leer la salida y justificar cada decisión importante.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Cerrar con una variación pequeña o conclusión breve.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08 convierte ese trabajo en una presentación breve de hallazgos.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📚 Materiales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Archivos que conviene mostrar o entregar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README.md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slides.md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teoria.md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ejercicios.md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homework.md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notebook.ipynb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soluciones.ipynb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