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136 — Forecasting de series con RNN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Forecasting a Time Series.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RNN/LSTM/GRU a un problema real de **forecasting de series temporales**. Hacer split temporal (NO aleatorio), preparar windows, comparar contra **baselines** (naive, MA, ARIMA), y reportar métricas estándar (MAE, MAPE, RMSE).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Hacer split temporal (train: período antiguo, val/test: período más reciente).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Forecasting a Time Series.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RNN/LSTM/GRU a un problema real de forecasting de series temporales. Hacer split temporal (NO aleatorio), preparar windows, comparar contra baselines (naive, MA, ARIMA), y reportar métricas estándar (MAE, MAPE, RMSE).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split temporal (train: período antiguo, val/test: período más reciente).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samples de longitud T con tf.keras.utils.timeseries_dataset_from_array.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contra el baseline naïve (ŷ_t = y_{t-1}) y media móvil.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MAE, MAPE, RMSE.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Deep Learning es mejor que ARIMA / Prophet / XGBoost para series.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Split temporal estricto (no shuffle).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Stationarity / diferenciación.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Baseline naïve y por qué siempre comparar contra él.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Windowing: cómo elegir tamaño de window (T) y horizonte.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Forecasting multi-step: directo vs recursivo vs seq2seq.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np.arange(2000)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serie = (np.sin(2 * np.pi * t / 50) + 0.3 * np.sin(2 * np.pi * t / 13)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+ r.normal(0, 0.1, t.size)).astype("float32")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len(serie)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tr_end, val_end = int(n * 0.7), int(n * 0.85)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train, val, test = serie[:tr_end], serie[tr_end:val_end], serie[val_end:]  # 70/15/15 temporal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mu, sigma = train.mean(), train.std()          # stats SOLO de train (sin leakage)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train_n = (train - mu) / sigma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val_n = (val - mu) / sigma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test_n = (test - mu) / sigma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print("tamaños:", train.shape, val.shape, test.shape)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Split temporal: separar primer 70 % train, 15 % val, último 15 %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naïve: y_pred = y_test.shift(1).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LSTM forecasting: Sequential([LSTM(32), Dense(1)]).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GRU: igual con GRU.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Multi-step: predecir 7 pasos directamente (Dense(7) al final).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Dataset diario, 5 años; split 70/15/15 temporal.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Baselines: naïve y MA(7).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LSTM [64], lookback=30 días, horizon=7 días.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MAE en test para los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15 — Forecasting a Time Series.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Hyndman &amp; Athanasopoulos (2021), Forecasting: Principles and Practice (libro gratuito).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Lim et al. (2021), Temporal Fusion Transformers, IJF.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Nie et al. (2023), PatchTST, ICLR.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137 — LSTM, GRU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