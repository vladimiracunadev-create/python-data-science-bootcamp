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076 — Calibración de probabilidades: Platt, isotonic, temperature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Platt (1999) + Niculescu-Mizil &amp; Caruana (2005) + Guo et al. (2017).  Duración estimada: 75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cuándo las **probabilidades** que devuelve `predict_proba` son **calibradas** — es decir, si el modelo dice "70 %" para un grupo, ¿realmente el 70 % es positivo? Modelos como Random Forest y SVM suelen estar mal calibrados; XGBoost mejor. Aplicar **Platt scaling** (sigmoid) y **isotonic regression** para corregir. Evaluar con **Brier score**, **ECE (Expected Calibration Error)** y **reliability diagrams**.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Generar un reliability diagram: agrupar predicciones por bin de probabilidad y plotear "predicho vs real".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Platt (1999) + Niculescu-Mizil &amp; Caruana (2005) + Guo et al. (2017).  Duración estimada: 75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cuándo las probabilidades que devuelve predict_proba son calibradas — es decir, si el modelo dice "70 %" para un grupo, ¿realmente el 70 % es positivo? Modelos como Random Forest y SVM suelen estar mal calibrados; XGBoost mejor. Aplicar Platt scaling (sigmoid) y isotonic regression para corregir. Evaluar con Brier score, ECE (Expected Calibration Error) y reliability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reliability diagram: agrupar predicciones por bin de probabilidad y plotear "predicho vs real".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Brier score = mean((p - y)²). Más bajo = mejor calibración.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ECE: Σ (n_b/N) · |acc_b - conf_b|.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sklearn.calibration.CalibratedClassifierCV(estimator, method='sigmoid' | 'isotonic', cv=5).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Decidir: Platt cuando muestra chica (n &lt; 1000), isotonic cuando hay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importa? Decisiones que dependen de threshold ≠ 0.5 requieren probs reales.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Reliability diagram: predicción vs frecuencia real.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Platt scaling: ajustar σ(A·logit + B) con MLE sobre val set.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Isotonic regression: monótono pero más flexible (puede sobreajustar).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Temperature scaling: solo divide logits por T aprendido — para multiclase, eficiente.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Modelos típicamente calibrados (logistic regression) vs no (RF, SVM).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Un modelo puede acertar el orden (rankear bien quién es más probable que sea positivo) y a la vez mentir en la probabilidad: decir "0.9" cuando en realidad solo el 60% de esos casos resultan positivos. Calibrar es ajustar esas probabilidades para que un "0.8" signifique de verdad 80%. No cambia el ranking ni el AUC — cambia la escala: convierte el score en una probabilidad honesta que sí podés usar para decidir umbrales, costos o riesgos.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sklearn.calibration import CalibratedClassifierCV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brier_score_loss, log_loss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Reliability diagram: entrenar RandomForest, generar predict_proba, bin en 10 grupos, plotear curva calibration vs y=x.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Brier + ECE: implementar ambas y comparar entre RF (mala calibración) y LogReg (buena).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CalibratedClassifierCV: CalibratedClassifierCV(RF, method='sigmoid', cv=5).fit(X,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Isotonic vs Platt: comparar ambos sobre el mismo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tuning post-calibración: con probs calibradas, F1 vs threshold es más interpretable.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RandomForest + reliability diagram + Brier + ECE.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Calibrar con Platt y con isotonic (CV).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Brier/ECE pre y post.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Reliability diagrams superpuestos.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Platt (1999), Probabilistic Outputs for Support Vector Machines.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Niculescu-Mizil &amp; Caruana (2005), Predicting Good Probabilities With Supervised Learning, ICML.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Guo et al. (2017), On Calibration of Modern Neural Networks, ICML.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calibration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077 — SVM lineal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