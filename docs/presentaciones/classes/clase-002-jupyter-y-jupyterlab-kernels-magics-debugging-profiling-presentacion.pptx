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002 — Jupyter y JupyterLab — kernels, magics, debugging, profiling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Python Data Science Handbook, cap. 1 — IPython: Beyond Normal Python. · Duración estimada: 90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Que el alumno deje de usar Jupyter como un editor de texto con botón "play" y empiece a usarlo como un entorno exploratorio profesional: con magics que ahorran horas, debugger interactivo (`%debug`), y profiling real (`%timeit`, `%prun`). Al final debe poder diagnosticar por qué un notebook es lento sin adivinar.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Diferenciar kernel, frontend (Notebook vs JupyterLab vs VS Code) y servidor — y saber qué pasa cuando uno se cuelga.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Python Data Science Handbook, cap. 1 — IPython: Beyond Normal Python. · Duración estimada: 90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deje de usar Jupyter como un editor de texto con botón "play" y empiece a usarlo como un entorno exploratorio profesional: con magics que ahorran horas, debugger interactivo (%debug), y profiling real (%timeit, %prun). Al final debe poder diagnosticar por qué un notebook es lento sin adivinar.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kernel, frontend (Notebook vs JupyterLab vs VS Code) y servidor — y saber qué pasa cuando uno se cuelga.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magics esenciales: %timeit, %%time, %run, %load, %matplotlib inline, %debug, %who, %xmode.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Conectar un kernel específico a un notebook (ipykernel install --user --name &lt;env&gt;) sin pelearse con el venv equivocado.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Debuggear una excepción con %debug y pdb (n, s, c, q, p, l).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Profilar código lento con %timeit (microbenchmark) y %prun (line profiler) para decidir dónde optimizar.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Kernel ↔ frontend ↔ servidor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Modo comando vs modo edición + atajos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Magics line (%) vs cell (%%)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%timeit y %%time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%debug + pdb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%prun y %lprun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Registro de kernels por venv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Kernel: Proceso Python (u otro lenguaje) que ejecuta el código de las celdas.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Frontend: La interfaz visual (Notebook clásico, JupyterLab, VS Code, Cursor, Colab).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Magic: Comando especial de IPython, no de Python.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%timeit vs %%time: %timeit corre la expresión muchas veces, descarta outliers y reporta el mejor → microbenchmark estadísticamente serio.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pdb / %debug: Debugger interactivo de Python.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sys, time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print('python:', sys.version.split()[0])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print('exec  :', sys.executable)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print('numpy :', np.__version__)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Atajos sin mouse.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Registra tu kernel.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Benchmark vectorización.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Post-mortem.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Profila una función.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Entrega un notebook homework.ipynb con: (a) celda que muestra sys.executable confirmando que usas un kernel registrado por ti; (b) benchmark %timeit comparando sum(range(N)) vs np.arange(N).sum() para N=10k, 100k, 1M; (c) tabla markdown con los resultados; (d) gráfico simple del speedup.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VanderPlas, cap. 1 — IPython: Beyond Normal Python.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IPython magics reference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JupyterLab user guide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003 — Git y GitHub para data scientists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