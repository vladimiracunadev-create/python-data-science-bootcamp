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139 — Generación de texto char-RNN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16 § Generating Shakespearean Text Using a Character RNN.  Duración estimada: 70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Construir un **modelo de lenguaje autoregresivo a nivel carácter** — el ejercicio canónico de Karpathy 2015 sobre Shakespeare. Entender **next-token prediction** como tarea de pre-training (la base de todo LLM moderno), **sampling** con temperatura, y por qué char-RNN fue importante históricamente aunque hoy se hace con tokens BPE y Transformers.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Construir un vocabulario de caracteres (stoi, itos dicts).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16 § Generating Shakespearean Text Using a Character RNN.  Duración estimada: 70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Construir un modelo de lenguaje autoregresivo a nivel carácter — el ejercicio canónico de Karpathy 2015 sobre Shakespeare. Entender next-token prediction como tarea de pre-training (la base de todo LLM moderno), sampling con temperatura, y por qué char-RNN fue importante históricamente aunque hoy se hace con tokens BPE y Transformers.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un vocabulario de caracteres (stoi, itos dicts).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Generar samples (window, target) donde el target es el siguiente carácter.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Entrenar un modelo Embedding → LSTM → Dense(vocab_size) con cross-entropy.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sampling autoregresivo: softmax → multinomial → next char → feed back.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temperatura: logits / T antes de softmax — bajo T = más determinista, alto T = más random.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Tokenización a nivel carácter vs word vs BPE.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Stateful vs stateless RNN: stateful=True para mantener h entre batches.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Loss: cross-entropy sobre vocab_size.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Sampling: greedy vs categorical multinomial vs top-k vs nucleus.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Temperatura como control de creatividad.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tensorflow.keras import layers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keras.utils.set_random_seed(42)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texto = ("ROMEO: But soft, what light through yonder window breaks? "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"It is the east, and Juliet is the sun. "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"Arise fair sun and kill the envious moon. ") * 40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vocab = sorted(set(texto))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stoi = {c: i for i, c in enumerate(vocab)}      # char -&gt; int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itos = {i: c for c, i in stoi.items()}          # int -&gt; char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vocab_size = len(vocab)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print("longitud corpus:", len(texto), "| vocab_size:", vocab_size)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Vocab + encoding: tokenizar el texto a ints.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Modelo: Embedding(vocab_size, 64) → GRU(128, return_sequences=True) → Dense(vocab_size).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Train: pasar batches de longitud 100; loss = sparse_categorical_crossentropy.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Sample: implementar función que genera N caracteres con T=1.0, T=0.5, T=1.5.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Top-k: implementar np.argpartition(logits, -k) antes de muestrear.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Entrenar Embedding(64) → GRU(256, return_sequences=True, stateful=True) → Dense(vocab_size) por 10 épocas.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Generar 1000 caracteres comenzando con "ROMEO:" a temperaturas 0.3, 0.7, 1.2.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val_loss y muestras de output.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16 — Generating Shakespearean Text.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Karpathy (2015), The Unreasonable Effectiveness of Recurrent Neural Networks (blog).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Holtzman et al. (2020), The Curious Case of Neural Text Degeneration (nucleus sampling), ICLR.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140 — Análisis de sentimiento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