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166 — TF Serving + gRPC (+ ONNX, TensorRT, vLLM/TGI)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Service + docs ONNX, TensorRT, vLLM, TGI.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Servir un modelo entrenado a producción. Aprender **TF Serving** (oficial de TensorFlow, gRPC/REST, batching) y las **alternativas modernas multi-framework**: **ONNX + ONNX Runtime** (portable a cualquier framework / runtime), **TensorRT** (NVIDIA, máxima velocidad en GPU NVIDIA), y para **LLMs**: **vLLM** y **TGI** (Text Generation Inference) — específicos del caso autoregresivo con continuous batching.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Exportar un modelo Keras a SavedModel: model.save('servable/1/', save_format='tf').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Service + docs ONNX, TensorRT, vLLM, TGI.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Servir un modelo entrenado a producción. Aprender TF Serving (oficial de TensorFlow, gRPC/REST, batching) y las alternativas modernas multi-framework: ONNX + ONNX Runtime (portable a cualquier framework / runtime), TensorRT (NVIDIA, máxima velocidad en GPU NVIDIA), y para LLMs: vLLM y TGI (Text Generation Inference) — específicos del caso autoregresivo con continuous batching.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un modelo Keras a SavedModel: model.save('servable/1/', save_format='tf').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Levantar TF Serving con Docker: docker run -p 8501:8501 -v $PWD/servable:/models/m tensorflow/serving --model_name=m.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requests REST/gRPC.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a ONNX con tf2onnx / torch.onnx.export, servir con ONNX Runtime.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cuándo usar TensorRT (latencia mínima en GPU NVIDIA) o vLLM/TGI (LLMs).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SavedModel format (TF nativo).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Serving: configuración, versioning, model warm-up, batching.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gRPC vs REST: gRPC más rápido (binary protobuf); REST más simple.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Complemento moderno: ONNX/ONNX Runtime, TensorRT, vLLM/TGI.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TF Serving sirve el formato SavedModel (grafo + variables + signature). La carpeta de versión (1/) es obligatoria: TF Serving sirve por defecto la versión numérica más alta.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export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keras.layers.Dense(64,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model.export("servable/1/")                 # Keras 3: escribe un SavedModel servible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print("SavedModel exportado en servable/1/  (saved_model.pb, variables/, assets/)")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 SavedModel: model.export('servable/1/') (Keras 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 Serving con Docker: levantar el container con el modelo montado, hacer una request REST a localhost:8501/v1/models/m:predict.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ONNX export: convertir el TF model a ONNX con tf2onnx.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vLLM: levantar vllm con mistralai/Mistral-7B-Instruct.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Latencia comparada: TF Serving REST vs gRPC vs ONNX Runtime CPU vs TensorRT GPU sobre el mismo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model.export('servable/1/').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Docker run TF Serving.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 TF → ONNX.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 con ambos sobre los mismos 100 inputs; verificar outputs idénticos (±1e-5).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latencia.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19 — Deploying a Model to a Service.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Serving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ONNX docs, ONNX Runtime.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Triton Inference Server.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vLLM docs, TGI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167 — ONNX y ONNX Runtime: portabilidad e inference optimizada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