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🌳 Clase 10: Modelos supervisados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90 minutos | Nivel Intermedio avanzado | Dataset: datasets/estudiantes.csv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800">
                <a:solidFill>
                  <a:srgbClr val="F1F5F9"/>
                </a:solidFill>
                <a:latin typeface="Segoe UI Semibold"/>
              </a:defRPr>
            </a:pPr>
            <a:r>
              <a:t>Comparar modelos supervisados básicos y elegir métricas según el tipo de problema.</a:t>
            </a:r>
          </a:p>
          <a:p>
            <a:pPr>
              <a:defRPr sz="1800">
                <a:solidFill>
                  <a:srgbClr val="94A3B8"/>
                </a:solidFill>
                <a:latin typeface="Segoe UI"/>
              </a:defRPr>
            </a:pPr>
            <a:r>
              <a:t>El modelo y la métrica se eligen por la pregunta, no por popularidad.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🎯 Logros y focos del módulo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Temas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Clasificación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Árboles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Etiquetas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Métricas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Resultados esperados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Transformar un problema en una etiqueta supervisada.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Entrenar un clasificador simple e interpretable.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Relacionar modelo y métrica con la pregunta del problema.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🧭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Inicio: 10 min | Activar contexto y objetivo | Evidencia: Pregunta inicial visible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1: 20 min | Demostración guiada | Evidencia: Primer bloque entendido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2: 25 min | Lectura de código y explicación | Evidencia: Salida interpretada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Práctica: 25 min | Ejercicio o quiz del módulo | Evidencia: Entregable corto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Cierre: 10 min | Síntesis y siguiente paso | Evidencia: Autoevaluación breve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❓ Sentido pedagógico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Por qué importa: Ayuda a comparar enfoques y a entender qué cambia entre predecir valores y predecir clases.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Qué hace: crear etiqueta → separar variables → entrenar → revisar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Para qué sirve: Sirve para introducir clasificación sin perder transparencia en la lógica del modelo.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Nota docente: Pide que cada estudiante diga qué error sería más costoso antes de hablar de métricas.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💻 Clasificación binaria con árbol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Primero definimos una etiqueta supervisada simple y luego entrenamos un modelo interpretable.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206240"/>
          </a:xfrm>
          <a:prstGeom prst="roundRect">
            <a:avLst/>
          </a:prstGeom>
          <a:solidFill>
            <a:srgbClr val="02061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24128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>
                <a:solidFill>
                  <a:srgbClr val="F1F5F9"/>
                </a:solidFill>
                <a:latin typeface="Courier New"/>
              </a:defRPr>
            </a:pPr>
            <a:r>
              <a:t># Qué hace: crear etiqueta → separar variables → entrenar → revisar.</a:t>
            </a:r>
            <a:br/>
            <a:r>
              <a:t># Para qué sirve: Sirve para introducir clasificación sin perder transparencia en la lógica del modelo.</a:t>
            </a:r>
            <a:br/>
            <a:r>
              <a:t>import pandas as pd</a:t>
            </a:r>
            <a:br/>
            <a:r>
              <a:t>from sklearn.model_selection import train_test_split</a:t>
            </a:r>
            <a:br/>
            <a:r>
              <a:t>from sklearn.tree import DecisionTreeClassifier</a:t>
            </a:r>
            <a:br/>
            <a:br/>
            <a:r>
              <a:t>df = pd.read_csv("datasets/estudiantes.csv")</a:t>
            </a:r>
            <a:br/>
            <a:r>
              <a:t>df["alto_desempeno"] = (</a:t>
            </a:r>
            <a:br/>
            <a:r>
              <a:t>    (df["evaluacion_python"] &gt;= 75) &amp; (df["evaluacion_pandas"] &gt;= 75)</a:t>
            </a:r>
            <a:br/>
            <a:r>
              <a:t>).astype(int)</a:t>
            </a:r>
            <a:br/>
            <a:br/>
            <a:r>
              <a:t>X = df[["asistencia_pct", "evaluacion_python", "edad"]]</a:t>
            </a:r>
            <a:br/>
            <a:r>
              <a:t>y = df["alto_desempeno"]</a:t>
            </a:r>
            <a:br/>
            <a:br/>
            <a:r>
              <a:t>X_train, X_test, y_train, y_test = train_test_split(</a:t>
            </a:r>
            <a:br/>
            <a:r>
              <a:t>    X, y, test_size=0.2, random_state=42</a:t>
            </a:r>
            <a:br/>
            <a:r>
              <a:t>)</a:t>
            </a:r>
            <a:br/>
            <a:br/>
            <a:r>
              <a:t>modelo = DecisionTreeClassifier(max_depth=3, random_state=42)</a:t>
            </a:r>
            <a:br/>
            <a:r>
              <a:t>modelo.fit(X_train, y_train)</a:t>
            </a:r>
            <a:br/>
            <a:r>
              <a:t>print(modelo.predict(X_test[:5]))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🧪 Práctica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Pedir explicación de la pregunta antes de ejecutar.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Leer la salida y justificar cada decisión importante.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Cerrar con una variación pequeña o conclusión breve.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La clase 11 endurece la evaluación con validación cruzada y pipelines.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📚 Materiales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Archivos que conviene mostrar o entregar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README.md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slides.md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teoria.md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ejercicios.md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homework.md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notebook.ipynb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soluciones.ipynb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