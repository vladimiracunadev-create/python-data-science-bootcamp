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10: Modelos supervisados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datasets/estudiantes.csv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Comparar modelos supervisados básicos y elegir métricas según el tipo de problema.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El modelo y la métrica se eligen por la pregunta, no por popularidad.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Transformar un problema en una etiqueta supervisada.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Entrenar un clasificador simple e interpretable.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Relacionar modelo y métrica con la pregunta del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Clasificación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Árboles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Etiquetas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Métricas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Clasificación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Árboles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Etiquetas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Métricas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11 endurece la evaluación con validación cruzada y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El modelo y la métrica se eligen por la pregunta, no por popularidad.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Ayuda a comparar enfoques y a entender qué cambia entre predecir valores y predecir clases.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11 endurece la evaluación con validación cruzada y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Clasificación binaria con árbol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Primero definimos una etiqueta supervisada simple y luego entrenamos un modelo interpretable. Qué hace: crear etiqueta → separar variables → entrenar → revisar Para qué sirve: Sirve para introducir clasificación sin perder transparencia en la lógica del modelo.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crear etiqueta → separar variables → entrenar → revisar.</a:t>
            </a:r>
            <a:br/>
            <a:r>
              <a:t># Para qué sirve: Sirve para introducir clasificación sin perder transparencia en la lógica del modelo.</a:t>
            </a:r>
            <a:br/>
            <a:r>
              <a:t>import pandas as pd</a:t>
            </a:r>
            <a:br/>
            <a:r>
              <a:t>from sklearn.model_selection import train_test_split</a:t>
            </a:r>
            <a:br/>
            <a:r>
              <a:t>from sklearn.tree import DecisionTreeClassifier</a:t>
            </a:r>
            <a:br/>
            <a:br/>
            <a:r>
              <a:t>df = pd.read_csv("datasets/estudiantes.csv")</a:t>
            </a:r>
            <a:br/>
            <a:r>
              <a:t>df["alto_desempeno"] = (</a:t>
            </a:r>
            <a:br/>
            <a:r>
              <a:t>    (df["evaluacion_python"] &gt;= 75) &amp; (df["evaluacion_pandas"] &gt;= 75)</a:t>
            </a:r>
            <a:br/>
            <a:r>
              <a:t>).astype(int)</a:t>
            </a:r>
            <a:br/>
            <a:br/>
            <a:r>
              <a:t>X = df[["asistencia_pct", "evaluacion_python", "edad"]]</a:t>
            </a:r>
            <a:br/>
            <a:r>
              <a:t>y = df["alto_desempeno"]</a:t>
            </a:r>
            <a:br/>
            <a:br/>
            <a:r>
              <a:t>X_train, X_test, y_train, y_test = train_test_split(</a:t>
            </a:r>
            <a:br/>
            <a:r>
              <a:t>    X, y, test_size=0.2, random_state=42</a:t>
            </a:r>
            <a:br/>
            <a:r>
              <a:t>)</a:t>
            </a:r>
            <a:br/>
            <a:br/>
            <a:r>
              <a:t>modelo = DecisionTreeClassifier(max_depth=3, random_state=42)</a:t>
            </a:r>
            <a:br/>
            <a:r>
              <a:t>modelo.fit(X_train, y_train)</a:t>
            </a:r>
            <a:br/>
            <a:r>
              <a:t>print(modelo.predict(X_test[:5]))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