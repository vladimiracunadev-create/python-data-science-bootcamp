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Regresion Lineal Y Multiple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cómo la regresión lineal encuentra la línea que mejor resume la relación entre variables numéricas, entrenar modelos simples y múltiples con scikit-learn, y evaluar su desempeño con el coeficiente R².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Explicar qué predice la regresión lineal y cuándo usarla.</a:t>
            </a:r>
          </a:p>
          <a:p>
            <a:r>
              <a:rPr sz="1600">
                <a:solidFill>
                  <a:srgbClr val="505050"/>
                </a:solidFill>
              </a:rPr>
              <a:t>• Entrenar un modelo con `LinearRegression` de scikit-learn y leer sus coeficientes.</a:t>
            </a:r>
          </a:p>
          <a:p>
            <a:r>
              <a:rPr sz="1600">
                <a:solidFill>
                  <a:srgbClr val="505050"/>
                </a:solidFill>
              </a:rPr>
              <a:t>• Evaluar el modelo con R² e interpretar los residuos.</a:t>
            </a:r>
          </a:p>
          <a:p>
            <a:r>
              <a:rPr sz="1600">
                <a:solidFill>
                  <a:srgbClr val="505050"/>
                </a:solidFill>
              </a:rPr>
              <a:t>• Regresión lineal simple y múltiple</a:t>
            </a:r>
          </a:p>
          <a:p>
            <a:r>
              <a:rPr sz="1600">
                <a:solidFill>
                  <a:srgbClr val="505050"/>
                </a:solidFill>
              </a:rPr>
              <a:t>• Coeficientes e intercepto</a:t>
            </a:r>
          </a:p>
          <a:p>
            <a:r>
              <a:rPr sz="1600">
                <a:solidFill>
                  <a:srgbClr val="505050"/>
                </a:solidFill>
              </a:rPr>
              <a:t>• R² (coeficiente de determinación)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Pregunta inicial: "¿Puedes adivinar el precio de una pizza solo por su tamaño?"</a:t>
            </a:r>
          </a:p>
          <a:p>
            <a:r>
              <a:rPr sz="1500">
                <a:solidFill>
                  <a:srgbClr val="505050"/>
                </a:solidFill>
              </a:rPr>
              <a:t>• Mostrar un scatter plot de puntos y preguntar: "¿Dónde trazarías una línea?"</a:t>
            </a:r>
          </a:p>
          <a:p>
            <a:r>
              <a:rPr sz="1500">
                <a:solidFill>
                  <a:srgbClr val="505050"/>
                </a:solidFill>
              </a:rPr>
              <a:t>• Conectar con la pregunta real del módulo: predecir `total_neto` a partir de `unidades` y `descuento_pct`.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La regresión predice un número continuo, no una categoría.</a:t>
            </a:r>
          </a:p>
          <a:p>
            <a:r>
              <a:rPr sz="1500">
                <a:solidFill>
                  <a:srgbClr val="505050"/>
                </a:solidFill>
              </a:rPr>
              <a:t>• El coeficiente dice "cuánto sube Y por cada unidad extra de X".</a:t>
            </a:r>
          </a:p>
          <a:p>
            <a:r>
              <a:rPr sz="1500">
                <a:solidFill>
                  <a:srgbClr val="505050"/>
                </a:solidFill>
              </a:rPr>
              <a:t>• R² cerca de 1 es bueno; cerca de 0 el modelo no explica nada.</a:t>
            </a:r>
          </a:p>
          <a:p>
            <a:r>
              <a:rPr sz="1500">
                <a:solidFill>
                  <a:srgbClr val="505050"/>
                </a:solidFill>
              </a:rPr>
              <a:t>• Los residuos muestran dónde el modelo se equivoca.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19 — Regresion Lineal Y Multiple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