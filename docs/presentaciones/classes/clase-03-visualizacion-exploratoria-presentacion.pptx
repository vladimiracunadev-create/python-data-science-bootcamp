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📊 Clase 03: Visualización exploratoria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90 minutos | Nivel Básico | Dataset: datasets/ventas_tienda.csv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F1F5F9"/>
                </a:solidFill>
                <a:latin typeface="Segoe UI Semibold"/>
              </a:defRPr>
            </a:pPr>
            <a:r>
              <a:t>Usar visualizaciones exploratorias para describir patrones y abrir nuevas preguntas de análisis.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La visualización exploratoria ayuda a mirar mejor y a formular preguntas más útiles.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🎯 Logros y focos del módulo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Agrupación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Barras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Lectura visual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Preguntas exploratorias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Construir un resumen por categoría o sucursal.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Elegir un gráfico simple y legible.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Explicar qué pregunta responde la visualización.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🧭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❓ Sentido pedagógico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Por qué importa: El estudiante necesita aprender a comparar categorías y detectar patrones antes de avanzar a análisis más complejos.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Qué hace: calcular métrica → agrupar → ordenar → graficar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Para qué sirve: Sirve para mostrar cómo un gráfico nace de una decisión previa de agregación y no de un clic automático.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Nota docente: Insiste en que un gráfico no reemplaza la pregunta: la hace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💻 Ventas netas por categoría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Antes de graficar conviene preparar un resumen que reduzca el ruido de filas individuales.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0624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2412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calcular métrica → agrupar → ordenar → graficar.</a:t>
            </a:r>
            <a:br/>
            <a:r>
              <a:t># Para qué sirve: Sirve para mostrar cómo un gráfico nace de una decisión previa de agregación y no de un clic automático.</a:t>
            </a:r>
            <a:br/>
            <a:r>
              <a:t>import pandas as pd</a:t>
            </a:r>
            <a:br/>
            <a:r>
              <a:t>import matplotlib.pyplot as plt</a:t>
            </a:r>
            <a:br/>
            <a:br/>
            <a:r>
              <a:t>df = pd.read_csv("datasets/ventas_tienda.csv")</a:t>
            </a:r>
            <a:br/>
            <a:r>
              <a:t>df["total_neto"] = df["unidades"] * df["precio_unitario"] * (1 - df["descuento_pct"])</a:t>
            </a:r>
            <a:br/>
            <a:br/>
            <a:r>
              <a:t>resumen = (</a:t>
            </a:r>
            <a:br/>
            <a:r>
              <a:t>    df.groupby("categoria", as_index=False)["total_neto"]</a:t>
            </a:r>
            <a:br/>
            <a:r>
              <a:t>    .sum()</a:t>
            </a:r>
            <a:br/>
            <a:r>
              <a:t>    .sort_values("total_neto", ascending=False)</a:t>
            </a:r>
            <a:br/>
            <a:r>
              <a:t>)</a:t>
            </a:r>
            <a:br/>
            <a:br/>
            <a:r>
              <a:t>plt.figure(figsize=(8, 4))</a:t>
            </a:r>
            <a:br/>
            <a:r>
              <a:t>plt.bar(resumen["categoria"], resumen["total_neto"])</a:t>
            </a:r>
            <a:br/>
            <a:r>
              <a:t>plt.title("Ventas netas por categoría")</a:t>
            </a:r>
            <a:br/>
            <a:r>
              <a:t>plt.ylabel("CLP")</a:t>
            </a:r>
            <a:br/>
            <a:r>
              <a:t>plt.xticks(rotation=20)</a:t>
            </a:r>
            <a:br/>
            <a:r>
              <a:t>plt.tight_layout()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🧪 Práctica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Pedir explicación de la pregunta antes de ejecutar.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Leer la salida y justificar cada decisión importante.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Cerrar con una variación pequeña o conclusión breve.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04 profundiza en cómo resumir datos con medidas descriptivas.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📚 Materiales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Archivos que conviene mostrar o entregar al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README.md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slides.md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teoria.md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ejercicios.md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homework.md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notebook.ipynb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soluciones.ipynb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