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063 — Métricas: confusion matrix, precision, recall,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mirar `accuracy` como métrica única y aprenda a leer una **confusion matrix**, a elegir entre **precision**, **recall**, **F1** o **F-beta** según el costo de los errores, y a interpretar `classification_report` clase por clase. En particular, entender por qué en problemas desbalanceados (fraude, churn, diagnóstico) accuracy miente y qué hacer al respecto.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e interpretar una confusion matrix con sklearn.metrics.confusion_matrix identificando TP, FP, TN, FN.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mirar accuracy como métrica única y aprenda a leer una confusion matrix, a elegir entre precision, recall, F1 o F-beta según el costo de los errores, y a interpretar classification_report clase por clase. En particular, entender por qué en problemas desbalanceados (fraude, churn, diagnóstico) accuracy miente y qué hacer al respecto.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e interpretar una confusion matrix con sklearn.metrics.confusion_matrix identificando TP, FP, TN, FN.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y comparar precision, recall, F1 y F-beta a mano y con precision_score, recall_score, f1_score, fbeta_score.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métrica adecuada según el costo asimétrico de los errores (FP vs FN) del problema.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classification_report y diferenciar macro avg vs weighted avg en multiclase.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class imbalance y aplicar class_weight='balanced', SMOTE o threshold tuning según corresponda.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Confusion matrix (TP/FP/TN/FN)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 = TP / (TP+FP)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Recall = TP / (TP+FN)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F1 y F-beta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classification_report y macro/weighted avg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Accuracy y por qué falla con clases desbalanceadas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 imbalance: class_weight, SMOTE, threshold tuning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TP / FP / TN / FN: True Positive: positivo real predicho positivo.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Confusion matrix: Tabla 2×2 (o k×k en multiclase) con counts de cada combinación (real, predicho).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class_weight: Hiperparámetro de la mayoría de estimadores sklearn.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mirar la accuracy como métrica única. Aprendemos a leer una matriz de confusión, a elegir entre precision, recall, F1 y F-beta según el costo de los errores, y a interpretar classification_report.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(confusion_matrix, precision_score, recall_score,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f1_score, fbeta_score, classification_report,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ConfusionMatrixDisplay)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SGDClassifier,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Confusion matrix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MNIST 5-detector.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classification_report multiclase.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 imbalance con class_weight.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SMOTE dentro de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sobre el dataset sintético desbalanceado (~1% positivo) que: (a) entrene baseline LogisticRegression y reporte confusion matrix + classification_report; (b) repita con class_weight='balanced'; (c) arme Pipeline con SMOTE; (d) haga threshold tuning con precision_recall_curve sobre val set maximizando F1; (e) tabla comparativa de F1 y recall de la clase minoritaria para las 4 estrategias (baseline, class_weight, SMOTE, threshold tuning).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3 — Performance Measures, Confusion Matrix, Precision and Recall, The Precision/Recall Trade-off.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Classification metrics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imbalanced-learn — User guide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imbalanced-learn — SMOTE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Chawla et al. (2002), SMOTE: Synthetic Minority Over-sampling Technique, JAIR 16.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