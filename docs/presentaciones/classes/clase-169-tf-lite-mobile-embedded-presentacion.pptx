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169 — TF Lite (mobile/embedded)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a Mobile or Embedded Device.  Duración estimada: 55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Convertir y desplegar un modelo a **TensorFlow Lite (LiteRT)** — runtime optimizado para móviles (Android/iOS), IoT y embedded (Raspberry Pi, microcontroladores). Aplicar **quantization** (int8) para reducir tamaño 4× y acelerar 2-4× en CPU móvil.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Convertir SavedModel a .tflite: converter = tf.lite.TFLiteConverter.from_saved_model('servable/1/'); tflite_model = converter.convert().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a Mobile or Embedded Device.  Duración estimada: 55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Convertir y desplegar un modelo a TensorFlow Lite (LiteRT) — runtime optimizado para móviles (Android/iOS), IoT y embedded (Raspberry Pi, microcontroladores). Aplicar quantization (int8) para reducir tamaño 4× y acelerar 2-4× en CPU móvil.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SavedModel a .tflite: converter = tf.lite.TFLiteConverter.from_saved_model('servable/1/'); tflite_model = converter.convert().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quantization post-training (dynamic range, int8 full).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y ejecutar inference con tf.lite.Interpreter.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alternativas modernas: ONNX Runtime Mobile, CoreML (iOS), NNAPI (Android).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trade-off accuracy vs tamaño/velocidad.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 Lite vs TF: subset de ops, runtime minimal.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Conversión SavedModel → tflite.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Quantization types: dynamic range (weights int8), int8 full (weights + activations), float16.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tf.lite.Interpreter API.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Mobile delegates: NNAPI, GPU, CoreML.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print("tensorflow no instalado -&gt; se muestra la API de conversion (no se ejecuta)")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TF_OK: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converter = tf.lite.TFLiteConverter.from_saved_model("servable/1/")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tflite_model = converter.convert()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open("model.tflite", "wb").write(tflite_model)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print(f"model.tflite: {len(tflite_model)} bytes (float32)")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else: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print("converter = tf.lite.TFLiteConverter.from_saved_model('servable/1/')")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print("tflite_model = converter.convert()")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Convert: TFLiteConverter.from_saved_model(...).convert() → guardar .tflite.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Inference: cargar .tflite y hacer predict con Interpreter.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Dynamic range quant: converter.optimizations = [tf.lite.Optimize.DEFAULT].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Full int8: definir representative_dataset y converter.target_spec.supported_ops = [tf.lite.OpsSet.TFLITE_BUILTINS_INT8].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Latencia: medir tiempo de inference en CPU laptop.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Convertir + 3 quantizations (none, dynamic, int8 full).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uno: tamaño + accuracy en test + latencia.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tabla comparativa.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19 — Deploying a Model to a Mobile or Embedded Device.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TensorFlow Lite (LiteRT)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ONNX Runtime Mobile.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CoreML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170 — TensorFlow.js (navegador)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