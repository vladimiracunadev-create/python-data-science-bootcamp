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131 — Transfer learning con CNNs preentrenadas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14 § Using Pretrained Models from Keras.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Aplicar transfer learning **específicamente en visión** — el caso de uso más común del campo. Profundizar la clase 101 con receta industrial: data augmentation, fine-tuning gradual, learning rate diferencial, y manejo de **BatchNorm en fine-tuning** (un gotcha clásico).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Construir pipeline con image_dataset_from_directory + augmentation (RandomFlip, RandomRotation, RandomZoom).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14 § Using Pretrained Models from Keras.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Aplicar transfer learning específicamente en visión — el caso de uso más común del campo. Profundizar la clase 101 con receta industrial: data augmentation, fine-tuning gradual, learning rate diferencial, y manejo de BatchNorm en fine-tuning (un gotcha clásico).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pipeline con image_dataset_from_directory + augmentation (RandomFlip, RandomRotation, RandomZoom).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el preprocess_input específico del modelo base.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fine-tuning en 2 fases con LR diferencial.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Manejar correctamente BatchNorm en fine-tuning (mantenerlo en inference mode si descongelaste pocas capas).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feature extraction (frozen base + nueva head) vs fine-tune (descongelar todo) según tamaño del dataset.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Augmentation como capa: RandomFlip, RandomRotation, RandomZoom, RandomCrop, RandomContrast.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preprocess_input por modelo (cada red espera su escalado).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2-stage training: freeze + head warmup → unfreeze + LR bajo.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BN gotcha: cuando descongelás, BN sigue actualizando moving averages → puede dañar pretraining.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MixUp, CutMix, RandAugment como augmentations modernas (anticipo).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Carga las imágenes desde un directorio con una subcarpeta por clase e infiere las etiquetas automáticamente.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IMG_SIZE = (224, 224)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NUM_CLASSES = 5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En la práctica (directorio flores/ con subcarpetas margarita/, rosa/, ...):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train_ds = keras.utils.image_dataset_from_directory(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    "flores", validation_split=0.2, subset="training", seed=42,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    image_size=IMG_SIZE, batch_size=32)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val_ds = keras.utils.image_dataset_from_directory(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    "flores", validation_split=0.2, subset="validation", seed=42,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    image_size=IMG_SIZE, batch_size=32)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print("image_dataset_from_directory infiere las clases de las subcarpetas")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Pipeline con augmentation: RandomFlip + RandomRotation(0.1) + RandomZoom(0.1) como capas.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Modelo con base + head: base = EfficientNetB0(include_top=False, weights='imagenet'); base.trainable = False; model = Sequential([data_aug, preprocess_input, base, GlobalAvgPool, Dropout, Dense(num_classes)]).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Etapa 1 (head warmup): Adam(1e-3), entrenar 5 épocas.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Etapa 2 (fine-tune): base.trainable = True, recompilar con Adam(1e-5).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BN gotcha: con base.trainable = True pero pasando training=False a la base durante fine-tuning → BN no se actualiza.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Pipeline completo con augmentation.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Transfer learning con EfficientNetB0 en 2 fases.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accuracy de cada fase.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Comparar contra entrenar EfficientNet desde cero (sin transfer).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14 — Using Pretrained Models from Keras.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Yosinski et al. (2014), How transferable are features in deep neural networks?, NeurIPS.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Cubuk et al. (2020), RandAugment.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Keras — Image data preprocessing.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132 — Localización, detección, segmentación (+ DETR, Segment Anything, YOLOv11)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