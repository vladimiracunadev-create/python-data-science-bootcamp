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Arboles Y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Entender cómo un árbol de decisión hace preguntas de sí/no para clasificar datos, controlar el sobreajuste con `max_depth`, y mejorar la precisión combinando muchos árboles en un Random 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Explicar cómo un árbol de decisión divide los datos en nodos y hojas.</a:t>
            </a:r>
          </a:p>
          <a:p>
            <a:r>
              <a:rPr sz="1600">
                <a:solidFill>
                  <a:srgbClr val="505050"/>
                </a:solidFill>
              </a:rPr>
              <a:t>• Controlar el sobreajuste ajustando `max_depth`.</a:t>
            </a:r>
          </a:p>
          <a:p>
            <a:r>
              <a:rPr sz="1600">
                <a:solidFill>
                  <a:srgbClr val="505050"/>
                </a:solidFill>
              </a:rPr>
              <a:t>• Entrenar un Random Forest y leer la importancia de cada variable.</a:t>
            </a:r>
          </a:p>
          <a:p>
            <a:r>
              <a:rPr sz="1600">
                <a:solidFill>
                  <a:srgbClr val="505050"/>
                </a:solidFill>
              </a:rPr>
              <a:t>• Árbol de decisión (DecisionTreeClassifier)</a:t>
            </a:r>
          </a:p>
          <a:p>
            <a:r>
              <a:rPr sz="1600">
                <a:solidFill>
                  <a:srgbClr val="505050"/>
                </a:solidFill>
              </a:rPr>
              <a:t>• Profundidad, hojas y nodos</a:t>
            </a:r>
          </a:p>
          <a:p>
            <a:r>
              <a:rPr sz="1600">
                <a:solidFill>
                  <a:srgbClr val="505050"/>
                </a:solidFill>
              </a:rPr>
              <a:t>• Impureza de Gini y ganancia de información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Pregunta inicial: "¿Cómo decidirías si un estudiante aprobará, usando solo tres preguntas de sí/no?"</a:t>
            </a:r>
          </a:p>
          <a:p>
            <a:r>
              <a:rPr sz="1500">
                <a:solidFill>
                  <a:srgbClr val="505050"/>
                </a:solidFill>
              </a:rPr>
              <a:t>• Dibujar en la pizarra un árbol manual con tres niveles.</a:t>
            </a:r>
          </a:p>
          <a:p>
            <a:r>
              <a:rPr sz="1500">
                <a:solidFill>
                  <a:srgbClr val="505050"/>
                </a:solidFill>
              </a:rPr>
              <a:t>• Conectar con el dataset de estudiantes: vamos a que la computadora construya ese árbol sola.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Un árbol demasiado profundo memoriza; un árbol poco profundo generaliza.</a:t>
            </a:r>
          </a:p>
          <a:p>
            <a:r>
              <a:rPr sz="1500">
                <a:solidFill>
                  <a:srgbClr val="505050"/>
                </a:solidFill>
              </a:rPr>
              <a:t>• Random Forest = muchos árboles entrenados en subconjuntos aleatorios → votación.</a:t>
            </a:r>
          </a:p>
          <a:p>
            <a:r>
              <a:rPr sz="1500">
                <a:solidFill>
                  <a:srgbClr val="505050"/>
                </a:solidFill>
              </a:rPr>
              <a:t>• La importancia de variables nos dice qué preguntas usa más el bosque.</a:t>
            </a:r>
          </a:p>
          <a:p>
            <a:r>
              <a:rPr sz="1500">
                <a:solidFill>
                  <a:srgbClr val="505050"/>
                </a:solidFill>
              </a:rPr>
              <a:t>• Random Forest casi siempre supera a un solo árbol.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20 — Arboles Y Random 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