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Clustering Y Segmentacion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Aprender qué es el aprendizaje no supervisado y cómo el algoritmo K-Means puede agrupar datos similares sin necesidad de etiquetas previas. Al trabajar con datos reales de ventas y estudiantes, el alumno comprenderá cómo encontrar segmentos naturales dentro de un conjunto de datos y cómo interpretar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`datasets/ventas_tienda.csv`</a:t>
            </a:r>
          </a:p>
          <a:p>
            <a:r>
              <a:rPr sz="1600">
                <a:solidFill>
                  <a:srgbClr val="505050"/>
                </a:solidFill>
              </a:rPr>
              <a:t>• `datasets/estudiantes.csv`</a:t>
            </a:r>
          </a:p>
          <a:p>
            <a:r>
              <a:rPr sz="1600">
                <a:solidFill>
                  <a:srgbClr val="505050"/>
                </a:solidFill>
              </a:rPr>
              <a:t>• Explicar la diferencia entre aprendizaje supervisado y no supervisado con sus propias palabras</a:t>
            </a:r>
          </a:p>
          <a:p>
            <a:r>
              <a:rPr sz="1600">
                <a:solidFill>
                  <a:srgbClr val="505050"/>
                </a:solidFill>
              </a:rPr>
              <a:t>• Aplicar K-Means con sklearn para agrupar datos y visualizar los clusters resultantes</a:t>
            </a:r>
          </a:p>
          <a:p>
            <a:r>
              <a:rPr sz="1600">
                <a:solidFill>
                  <a:srgbClr val="505050"/>
                </a:solidFill>
              </a:rPr>
              <a:t>• Usar el Método del Codo y el Silhouette Score para elegir el número óptimo de clusters</a:t>
            </a:r>
          </a:p>
          <a:p>
            <a:r>
              <a:rPr sz="1600">
                <a:solidFill>
                  <a:srgbClr val="505050"/>
                </a:solidFill>
              </a:rPr>
              <a:t>• Aprendizaje no supervisado: encontrar grupos sin etiquetas</a:t>
            </a:r>
          </a:p>
          <a:p>
            <a:r>
              <a:rPr sz="1600">
                <a:solidFill>
                  <a:srgbClr val="505050"/>
                </a:solidFill>
              </a:rPr>
              <a:t>• K-Means: asignar puntos al centro más cercano, mover centros, repetir</a:t>
            </a:r>
          </a:p>
          <a:p>
            <a:r>
              <a:rPr sz="1600">
                <a:solidFill>
                  <a:srgbClr val="505050"/>
                </a:solidFill>
              </a:rPr>
              <a:t>• Método del Codo (Elbow Method) para elegir 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🎞️ Slides — Clase 22: Clustering y segmentación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Diapositiva 1 — Título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Clustering y segmentación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Diapositiva 2 — La pregunta clave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¿Qué pasa cuando no tienes etiquetas?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En clasificación sabemos: "este correo ES spam, este NO es spam"</a:t>
            </a:r>
          </a:p>
          <a:p>
            <a:r>
              <a:rPr sz="1500">
                <a:solidFill>
                  <a:srgbClr val="505050"/>
                </a:solidFill>
              </a:rPr>
              <a:t>• ¿Y si nadie nos dijo qué es qué?</a:t>
            </a:r>
          </a:p>
          <a:p>
            <a:r>
              <a:rPr sz="1500">
                <a:solidFill>
                  <a:srgbClr val="505050"/>
                </a:solidFill>
              </a:rPr>
              <a:t>• **Aprendizaje no supervisado**: el algoritmo descubre la estructura por sí solo</a:t>
            </a:r>
          </a:p>
          <a:p>
            <a:r>
              <a:rPr sz="1500">
                <a:solidFill>
                  <a:srgbClr val="505050"/>
                </a:solidFill>
              </a:rPr>
              <a:t>• No predice una categoría conocida → **descubre categorías desconocidas**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Diapositiva 3 — La analogía de los M&amp;Ms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Imagina que tienes un bolsa de M&amp;Ms mezclados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Te piden ordenarlos sin decirte el criterio</a:t>
            </a:r>
          </a:p>
          <a:p>
            <a:r>
              <a:rPr sz="1500">
                <a:solidFill>
                  <a:srgbClr val="505050"/>
                </a:solidFill>
              </a:rPr>
              <a:t>• Probablemente los agrupes por **color**</a:t>
            </a:r>
          </a:p>
          <a:p>
            <a:r>
              <a:rPr sz="1500">
                <a:solidFill>
                  <a:srgbClr val="505050"/>
                </a:solidFill>
              </a:rPr>
              <a:t>• Quizás también por **tamaño**</a:t>
            </a:r>
          </a:p>
          <a:p>
            <a:r>
              <a:rPr sz="1500">
                <a:solidFill>
                  <a:srgbClr val="505050"/>
                </a:solidFill>
              </a:rPr>
              <a:t>• Eso es exactamente lo que hace K-Means:</a:t>
            </a:r>
          </a:p>
          <a:p>
            <a:r>
              <a:rPr sz="1500">
                <a:solidFill>
                  <a:srgbClr val="505050"/>
                </a:solidFill>
              </a:rPr>
              <a:t>• Busca grupos donde los elementos se parezcan entre sí</a:t>
            </a:r>
          </a:p>
          <a:p>
            <a:r>
              <a:rPr sz="1500">
                <a:solidFill>
                  <a:srgbClr val="505050"/>
                </a:solidFill>
              </a:rPr>
              <a:t>• Y sean distintos de los otros grupos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Diapositiva 4 — ¿Qué es el Clustering?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22 — Clustering Y Segmentacion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