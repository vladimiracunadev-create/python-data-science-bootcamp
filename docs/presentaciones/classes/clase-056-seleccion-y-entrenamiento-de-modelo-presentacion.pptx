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056 — Selección y entrenamiento de modelo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2 § Select and Train a Model. ·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Que el alumno entrene varios modelos baseline sobre el pipeline ya preparado (California Housing), los compare con **cross-validation** en vez de un único split, identifique sub/overfitting con **learning curves**, y elija el candidato más prometedor para pasar a fine-tuning — sin malgastar tiempo afinando un modelo que no tiene techo.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Entrenar baselines (LinearRegression, DecisionTreeRegressor, RandomForestRegressor) sobre el X_prepared del pipeline de la clase anterior.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2 § Select and Train a Model. ·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entrene varios modelos baseline sobre el pipeline ya preparado (California Housing), los compare con cross-validation en vez de un único split, identifique sub/overfitting con learning curves, y elija el candidato más prometedor para pasar a fine-tuning — sin malgastar tiempo afinando un modelo que no tiene techo.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Entrenar baselines (LinearRegression, DecisionTreeRegressor, RandomForestRegressor) sobre el X_prepared del pipeline de la clase anterior.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Evaluar con cross_val_score usando K-Fold y scoring='neg_root_mean_squared_error' en vez de un solo train/test.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Leer learning curves para diagnosticar bias vs varianza (underfitting vs overfitting).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Comparar modelos con media ± desvío de los folds y decidir cuál merece HPO.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Persistir el modelo elegido con joblib.dump(...) para retomarlo en la próxima clase.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Entrenar baseline LinearRegression y medir RMSE en train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DecisionTreeRegressor con RMSE = 0 en train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cross_val_score(..., cv=10, scoring='neg_root_mean_squared_error')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RandomForestRegressor y comparación con los anteriores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learning_curve — train vs validation score vs tamaño de muestra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validation_curve — score vs un hiperparámetro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Decidir cuándo pasar a HPO vs cuándo seguir feature-engineering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Baseline model: Modelo simple (lineal, árbol corto, dummy) contra el cual se compara cualquier modelo más complejo.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cross_val_score(estimator, X, y, cv, scoring): Entrena cv veces sobre folds disjuntos y devuelve un array de scores.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scoring: String que selecciona la métrica.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Learning curve: Gráfico de score (train y validation) en función del tamaño del training set.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Validation curve: Gráfico de score (train y validation) en función de un hiperparámetro (max_depth, n_estimators, etc.).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Model card: Documento corto (markdown, una página) que registra: dataset, features, modelo, métricas en CV, hiperparámetros, fecha, supuestos y limitaciones.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Entrenamos baselines, los comparamos con cross-validation (no un solo split), leemos learning curves para diagnosticar bias/varianza y elegimos el candidato para fine-tuning. Persistimos el ganador con joblib.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time, joblib, tempfile, os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load_diabetes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LinearRegression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sklearn.tree import DecisionTreeRegressor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sklearn.ensemble import RandomForestRegressor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cross_val_score, learning_curve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root_mean_squared_error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data = load_diabetes()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X, y = data.data, data.target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print('diabetes:', X.shape, '| target rango', y.min(), '-', y.max())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Baseline lineal.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Árbol que memoriza.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Cross-validation honesto.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Random Forest.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Learning curve.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que: (a) entrene los 3 baselines sobre X_prepared; (b) corra CV de 10 folds para cada uno y guarde los arrays de scores; (c) genere una tabla comparativa con RMSE media, RMSE desvío, tiempo de fit; (d) elija el modelo más prometedor con justificación de 3 líneas en markdown; (e) plottee la learning curve del elegido; (f) serialice el modelo entrenado en models/modelo_baseline.pkl con joblib.dump.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Géron, cap. 2 § Select and Train a Model + § Better Evaluation Using Cross-Validation.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sklearn cross_val_score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sklearn learning_curve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sklearn Scoring parameter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Model Cards for Model Reporting (Mitchell et al., 2019)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057 — Fine-tuning: grid search y randomized search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