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056 — Selección y entrenamiento de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Select and Train a Model.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entrene varios modelos baseline sobre un dataset de regresión (el notebook usa `load_diabetes` de scikit-learn, sin descargas), los compare con **cross-validation** en vez de un único split, identifique sub/overfitting con **learning curves**, y elija el candidato más prometedor para pasar a fine-tuning — sin malgastar tiempo afinando un modelo que no tiene techo.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Entrenar baselines (LinearRegression, DecisionTreeRegressor, RandomForestRegressor) sobre el X_prepared del pipeline de la clase anterior.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Select and Train a Model.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varios modelos baseline sobre un dataset de regresión (el notebook usa load_diabetes de scikit-learn, sin descargas), los compare con cross-validation en vez de un único split, identifique sub/overfitting con learning curves, y elija el candidato más prometedor para pasar a fine-tuning — sin malgastar tiempo afinando un modelo que no tiene techo.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baselines (LinearRegression, DecisionTreeRegressor, RandomForestRegressor) sobre el X_prepared del pipeline de la clase anterior.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con cross_val_score usando K-Fold y scoring='neg_root_mean_squared_error' en vez de un solo train/test.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learning curves para diagnosticar bias vs varianza (underfitting vs overfitting).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modelos con media ± desvío de los folds y decidir cuál merece HPO.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Persistir el modelo elegido con joblib.dump(...) para retomarlo en la próxima clase.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Entrenar baseline LinearRegression y medir RMSE en train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DecisionTreeRegressor con RMSE = 0 en train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cross_val_score(..., cv=10, scoring='neg_root_mean_squared_error')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RandomForestRegressor y comparación con los anteriores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learning_curve — train vs validation score vs tamaño de muestra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validation_curve — score vs un hiperparámetro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Decidir cuándo pasar a HPO vs cuándo seguir feature-engineering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model: Modelo simple (lineal, árbol corto, dummy) contra el cual se compara cualquier modelo más complejo.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cross_val_score(estimator, X, y, cv, scoring): Entrena cv veces sobre folds disjuntos y devuelve un array de scores.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scoring: String que selecciona la 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curve: Gráfico de score (train y validation) en función del tamaño del training set.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Validation curve: Gráfico de score (train y validation) en función de un hiperparámetro (max_depth, n_estimators, etc.).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card: Documento corto (markdown, una página) que registra: dataset, features, modelo, métricas en CV, hiperparámetros, fecha, supuestos y limitaciones.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baselines, los comparamos con cross-validation (no un solo split), leemos learning curves para diagnosticar bias/varianza y elegimos el candidato para fine-tuning. Persistimos el ganador con joblib.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cross_val_score, learning_curve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load_diabetes()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print('diabetes:', X.shape, '| target rango', y.min(), '-', y.max())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Árbol que memoriza.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Cross-validation honesto.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Learning curve.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entrene los 3 baselines sobre X_prepared; (b) corra CV de 10 folds para cada uno y guarde los arrays de scores; (c) genere una tabla comparativa con RMSE media, RMSE desvío, tiempo de fit; (d) elija el modelo más prometedor con justificación de 3 líneas en markdown; (e) plottee la learning curve del elegido; (f) serialice el modelo entrenado en models/modelo_baseline.pkl con joblib.dump.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§ Select and Train a Model + § Better Evaluation Using Cross-Validation.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cross_val_score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learning_curve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Scoring parameter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Cards for Model Reporting (Mitchell et al., 2019)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057 — Fine-tuning: grid search y randomized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