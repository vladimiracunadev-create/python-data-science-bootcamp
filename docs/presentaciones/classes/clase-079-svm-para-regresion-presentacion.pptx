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079 — SVM para regresión (SVR)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Support Vector Machines al problema de regresión: entender el truco del *epsilon-insensitive loss* (ajustar dentro de un tubo de tolerancia en vez de minimizar el error puntual), entrenar `LinearSVR` y `SVR` con kernel, y elegir cuándo conviene SVR sobre regresión lineal clásica.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lógica de SVR: maximizar el ancho del tubo ε mientras se contienen la mayoría de los puntos dentro.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Support Vector Machines al problema de regresión: entender el truco del epsilon-insensitive loss (ajustar dentro de un tubo de tolerancia en vez de minimizar el error puntual), entrenar LinearSVR y SVR con kernel, y elegir cuándo conviene SVR sobre regresión lineal clásica.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lógica de SVR: maximizar el ancho del tubo ε mientras se contienen la mayoría de los puntos dentro.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LinearSVR y un SVR(kernel="rbf") de scikit-learn con sus hiperparámetros (epsilon, C, gamma).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el efecto de epsilon (ancho del tubo) y C (penalización por puntos fuera del tubo) en el bias-variance trade-off.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SVR vs LinearRegression / Ridge en un dataset con outliers.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cuándo SVR escala mal (SVR es O(m²–m³)) y conviene LinearSVR u otro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 SVM clasificación a SVM regresión: invertir el objetivo.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Epsilon-insensitive loss: errores menores a ε no se penalizan.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LinearSVR: caso lineal, escala bien (O(m)).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SVR con kernel RBF: regresión no lineal, costo cuadrático.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clave: epsilon, C, gamma, kernel.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Robustez frente a outliers comparada con 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Generamos y = 0.5·x + ruido, entrenamos LinearSVR(epsilon=0.5) y dibujamos la recta con su tubo ±ε. Los puntos fuera del tubo son los vectores soporte.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LinearSVR, SVR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LinearRegression, Ridge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mean_squared_error, mean_absolute_error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np.linspace(0, 5, 120)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0.5 * x + rng.normal(0, 0.4, size=x.size)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x.reshape(-1,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eps = 0.5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svr = LinearSVR(epsilon=eps, C=1.0, max_iter=10000, random_state=RND).fit(X, 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pred = svr.predict(X)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fuera = np.abs(y - pred) &gt; eps            # vectores soporte aproximados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print(f"puntos fuera del tubo (vectores soporte): {fuera.sum()} de {x.size}")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Tubo ε en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Efecto de epsilon.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Kernel RBF.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 search.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Robustez vs 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Cargue California Housing y aplique StandardScaler (¡SVR exige escalado!).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Entrene LinearSVR(epsilon=0.5, C=1.0, random_state=42) y un SVR(kernel="rbf", C=10, gamma="scale") sobre un subset de 5 000 muestras.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Reporte RMSE en test para ambos modelos.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 with Scikit-Learn, Keras, and TensorFlow (3ª ed.), O'Reilly, cap. 5 — "SVM Regression".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Smola, A. &amp; Schölkopf, B. A Tutorial on Support Vector Regression (2004).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docs: sklearn.svm.SVR y sklearn.svm.LinearSVR.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user guide: Support Vector Machines — Regression.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080 — Árboles de decisión: entrenamiento, visualización, CART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