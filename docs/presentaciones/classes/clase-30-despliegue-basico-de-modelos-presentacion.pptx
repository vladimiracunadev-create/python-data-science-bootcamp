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Despliegue Basico De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Aprender a convertir un modelo entrenado en un servicio real que puede recibir solicitudes y devolver predicciones. En esta clase entrenamos un modelo, lo guardamos con joblib, lo cargamos en otro script y construimos un endpoint HTTP mínimo con Flask para que cualquier sistema pueda consultarlo.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Guardar y cargar modelos con joblib y pickle, construir una función de predicción que acepte datos crudos, crear un endpoint /predict con Flask que reciba JSON y devuelva JSON</a:t>
            </a:r>
          </a:p>
          <a:p>
            <a:r>
              <a:rPr sz="1600">
                <a:solidFill>
                  <a:srgbClr val="505050"/>
                </a:solidFill>
              </a:rPr>
              <a:t>• Serialización de modelos: joblib.dump / joblib.load</a:t>
            </a:r>
          </a:p>
          <a:p>
            <a:r>
              <a:rPr sz="1600">
                <a:solidFill>
                  <a:srgbClr val="505050"/>
                </a:solidFill>
              </a:rPr>
              <a:t>• Pipeline de despliegue: entrenar → guardar → cargar → predecir → servir</a:t>
            </a:r>
          </a:p>
          <a:p>
            <a:r>
              <a:rPr sz="1600">
                <a:solidFill>
                  <a:srgbClr val="505050"/>
                </a:solidFill>
              </a:rPr>
              <a:t>• Flask: rutas, requests, respuestas JSON</a:t>
            </a:r>
          </a:p>
          <a:p>
            <a:r>
              <a:rPr sz="1600">
                <a:solidFill>
                  <a:srgbClr val="505050"/>
                </a:solidFill>
              </a:rPr>
              <a:t>• Testing de la API con la librería requests</a:t>
            </a:r>
          </a:p>
          <a:p>
            <a:r>
              <a:rPr sz="1600">
                <a:solidFill>
                  <a:srgbClr val="505050"/>
                </a:solidFill>
              </a:rPr>
              <a:t>• Próximos pasos: FastAPI, Streamlit, Docker</a:t>
            </a:r>
          </a:p>
          <a:p>
            <a:r>
              <a:rPr sz="1600">
                <a:solidFill>
                  <a:srgbClr val="505050"/>
                </a:solidFill>
              </a:rPr>
              <a:t>• `README.md`, `slides.md`, `teoria.md`, `ejercicios.md`, `homework.md`, `notebook.ipynb`, `soluciones.ipynb`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📊 Slides — Clase 30: Despliegue básico de modelos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1: ¿Qué es el despliegue (deployment)?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Entrenaste un modelo con 95% de precisión en tu notebook</a:t>
            </a:r>
          </a:p>
          <a:p>
            <a:r>
              <a:rPr sz="1500">
                <a:solidFill>
                  <a:srgbClr val="505050"/>
                </a:solidFill>
              </a:rPr>
              <a:t>• Solo tú puedes usarlo... en tu computadora</a:t>
            </a:r>
          </a:p>
          <a:p>
            <a:r>
              <a:rPr sz="1500">
                <a:solidFill>
                  <a:srgbClr val="505050"/>
                </a:solidFill>
              </a:rPr>
              <a:t>• No es útil para nadie más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2: El pipeline completo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3: Guardar modelos con joblib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Entrenar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Guardar (serializar)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Cargar (deserializar) — en otro script, otro momento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Más eficiente que pickle para arrays numpy grandes</a:t>
            </a:r>
          </a:p>
          <a:p>
            <a:r>
              <a:rPr sz="1500">
                <a:solidFill>
                  <a:srgbClr val="505050"/>
                </a:solidFill>
              </a:rPr>
              <a:t>• Estándar en el ecosistema scikit-learn</a:t>
            </a:r>
          </a:p>
          <a:p>
            <a:r>
              <a:rPr sz="1500">
                <a:solidFill>
                  <a:srgbClr val="505050"/>
                </a:solidFill>
              </a:rPr>
              <a:t>• Muy simple de usar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4: Guardar también el scaler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30 — Despliegue Basico De Modelos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