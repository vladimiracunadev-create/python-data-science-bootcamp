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203 — Reentrenamiento programado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9 + Airflow docs + Prefect docs.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Convertir el reentrenamiento en un proceso **programado, auditado y reversible**: DAG que cada N horas/días corre `pull-data → validate → train → evaluate → promote-if-better → notify`, con shadow/canary (Clase 204) antes del rollout pleno. Decidir entre **schedule fijo**, **trigger por drift** y **trigger por degradación** según el caso.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un DAG (Airflow/Prefect/Dagster) que orqueste el reentrenamiento completo.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9 + Airflow docs + Prefect docs.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Convertir el reentrenamiento en un proceso programado, auditado y reversible: DAG que cada N horas/días corre pull-data → validate → train → evaluate → promote-if-better → notify, con shadow/canary (Clase 204) antes del rollout pleno. Decidir entre schedule fijo, trigger por drift y trigger por degradación según el caso.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DAG (Airflow/Prefect/Dagster) que orqueste el reentrenamiento completo.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patrón champion-challenger: el modelo Production sigue sirviendo hasta que el challenger demuestra ser mejor en métricas de validación + en shadow.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tres estrategias de trigger: cron(0 2   MON), on_drift &gt; threshold, on_performance_degraded.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Garantizar idempotencia (re-runs no duplican datos) y observabilidad (logs estructurados, alertas en fallas).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online learning (modelo actualiza con cada nueva muestra) de continual training (re-trainings periódicos).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Triggers: schedule vs drift vs degradation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DAG = grafo de tareas con deps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Champion-challenger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Idempotencia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Online vs continual training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Catastrophic forgetting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os,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'retrain_demo'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WORK.mkdir(); os.chdir(WORK)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mlflow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mlflow.set_tracking_uri(f'file:{WORK}/mlruns')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mlflow.set_experiment('continual-training')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DAG mínimo (Airflow o Prefect): 5 tareas: pull_data → validate_data → train → evaluate → promote.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Champion-challenger: en promote, comparar challenger.f1 vs champion.f1 (leídos de MLflow).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Idempotencia: ejecutá el DAG dos veces seguidas para la misma fecha.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Trigger por drift: agregá una tarea inicial check_drift que (a) si PSI &gt; 0.2 continúa el DAG, (b) si no, hace raise AirflowSkipException (skipea el resto).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Backfill: simulá un bug en la tarea validate_data que ya corrió bien por una semana.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Corre diariamente a las 02:00 UTC.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Pull últimos 30 días de data, valida con Great Expectations (Clase 206) — falla con alert si no pasa.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Re-entrena, evalúa contra hold-out + slices de fairness, registra en MLflow.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 contra champion: promueve a @challenger (alias) si métrica supera umbral.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Tarea shadow_test que durante 24 h compara predicciones challenger vs champion sobre tráfico real (Clase 204).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9 — Continual Learning and Test in Production.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Airflow docs — DAGs y operators.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Prefect docs — flows modernos.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Kirkpatrick et al. Overcoming catastrophic forgetting in neural networks (PNAS, 2017) — EWC.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SageMaker Pipelines — equivalente managed AWS.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204 — Shadow deployment y canary releases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