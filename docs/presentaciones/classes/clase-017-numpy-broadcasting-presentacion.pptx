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Clase 017 — NumPy: broadcasting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Parte: 0 — Prerrequisitos · Fuente: VanderPlas, cap. 2 § 2.5 Computation on Arrays: Broadcasting. · Duración estimada: 75 min. · Nivel: Básico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65960"/>
            <a:ext cx="10332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200" b="1">
                <a:solidFill>
                  <a:srgbClr val="0F172A"/>
                </a:solidFill>
                <a:latin typeface="Segoe UI Semibold"/>
              </a:defRPr>
            </a:pPr>
            <a:r>
              <a:rPr sz="2200" b="1">
                <a:solidFill>
                  <a:srgbClr val="0F172A"/>
                </a:solidFill>
                <a:latin typeface="Segoe UI Semibold"/>
              </a:rPr>
              <a:t>Que el alumno **internalice las reglas de broadcasting** — el mecanismo por el que NumPy operó arrays de shapes distintos sin copiar datos. Es lo que hace que `M - M.mean(axis=0)` centrado por columna sea una línea, no un bucle anidado.</a:t>
            </a:r>
          </a:p>
          <a:p>
            <a:pPr>
              <a:defRPr sz="1500" b="0">
                <a:solidFill>
                  <a:srgbClr val="475569"/>
                </a:solidFill>
                <a:latin typeface="Segoe UI"/>
              </a:defRPr>
            </a:pPr>
            <a:r>
              <a:rPr sz="1500" b="0">
                <a:solidFill>
                  <a:srgbClr val="475569"/>
                </a:solidFill>
                <a:latin typeface="Segoe UI"/>
              </a:rPr>
              <a:t>Al cierre: Recitar las 3 reglas de broadcasting (alinea por la derecha, dim 1 estira, falla si no es 1 ni igual).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🎯 Objetivo · 📚 Resultados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Parte: 0 — Prerrequisitos · Fuente: VanderPlas, cap. 2 § 2.5 Computation on Arrays: Broadcasting. · Duración estimada: 75 min. · Nivel: Básico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Objetivo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Que el alumno internalice las reglas de broadcasting — el mecanismo por el que NumPy operó arrays de shapes distintos sin copiar datos. Es lo que hace que M - M.mean(axis=0) centrado por columna sea una línea, no un bucle anidado.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Resultados de aprendizaje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Recitar las 3 reglas de broadcasting (alinea por la derecha, dim 1 estira, falla si no es 1 ni igual).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Predecir la shape del resultado de una operación entre arrays de shapes distintos.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Centrar y escalar matrices por fila/columna sin loops.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Usar np.newaxis (o None) para promover un vector a matriz fila/columna.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Diagnosticar un ValueError: operands could not be broadcast together leyendo las shapes.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🗺️ Temas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Recorrido de la sesión.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Las 3 reglas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Vector + matriz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np.newaxis / None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Caso canónico: centrar/escalar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Outer product sin loop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ValueError común: "operands could not be broadcast together"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📖 Definiciones clave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Conceptos a fijar antes de la práctica.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Broadcasting: Mecanismo por el que NumPy opera arrays de shapes distintos sin copiar memoria, estirando virtualmente las dimensiones de tamaño 1.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Regla 1 — padding por la izquierda: Si los arrays tienen distinta cantidad de dimensiones, la shape del menor se rellena con 1s a la izquierda.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Regla 2 — estirar dim 1: En cada dimensión donde los tamaños difieren, si uno es 1 se estira al otro.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Regla 3 — fallo: Si en alguna dimensión los tamaños son distintos y ninguno es 1, lanza ValueError: operands could not be broadcast together.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np.newaxis (alias None): Inserta una dimensión de tamaño 1 donde lo pongas.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Outer product vía broadcasting: a[:, None] * b[None, :] produce matriz (len(a), len(b)) con todos los productos par a par — equivalente a np.outer(a, b) pero usando broadcasting puro.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💻 Código de muestra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Primer bloque ejecutable del notebook.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10698480" cy="448056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1024128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import numpy as np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rng = np.random.default_rng(42)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🧪 Ejercicios · 📝 Homework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Práctica guiada + entrega.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Ejercicios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Predice antes de ejecutar.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Estandariza features.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Outer product.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Distance matrix.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Diagnostica error.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Homework verificable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Notebook que: (a) predice shapes de 4 operaciones broadcasting y verifica; (b) estandariza una matriz feature por columna en una línea; (c) construye distance matrix de 100 puntos sin loop; (d) provoca y explica un error de broadcasting.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🔗 Referencias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Bibliografía y docs oficiales.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0">
                <a:solidFill>
                  <a:srgbClr val="0F172A"/>
                </a:solidFill>
                <a:latin typeface="Segoe UI"/>
              </a:defRPr>
            </a:pPr>
            <a:r>
              <a:rPr sz="1800" b="0">
                <a:solidFill>
                  <a:srgbClr val="0F172A"/>
                </a:solidFill>
                <a:latin typeface="Segoe UI"/>
              </a:rPr>
              <a:t>• VanderPlas, cap. 2 § 2.5 Broadcasting.</a:t>
            </a:r>
          </a:p>
          <a:p>
            <a:pPr>
              <a:spcAft>
                <a:spcPts val="1000"/>
              </a:spcAft>
              <a:defRPr sz="1800" b="0">
                <a:solidFill>
                  <a:srgbClr val="0F172A"/>
                </a:solidFill>
                <a:latin typeface="Segoe UI"/>
              </a:defRPr>
            </a:pPr>
            <a:r>
              <a:rPr sz="1800" b="0">
                <a:solidFill>
                  <a:srgbClr val="0F172A"/>
                </a:solidFill>
                <a:latin typeface="Segoe UI"/>
              </a:rPr>
              <a:t>• NumPy broadcasting docs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Siguiente paso 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Cierre de la clase.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743200"/>
            <a:ext cx="10332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Segoe UI Semibold"/>
              </a:defRPr>
            </a:pPr>
            <a:r>
              <a:rPr sz="2400" b="1">
                <a:solidFill>
                  <a:srgbClr val="0F172A"/>
                </a:solidFill>
                <a:latin typeface="Segoe UI Semibold"/>
              </a:rPr>
              <a:t>Clase 018 — NumPy: boolean masks y fancy indexing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