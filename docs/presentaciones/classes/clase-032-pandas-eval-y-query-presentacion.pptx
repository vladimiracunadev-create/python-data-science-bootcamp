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Clase 032 — Pandas: eval y query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3.13 High-Performance Pandas: eval and query. · Duración estimada: 45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800"/>
              </a:spcAft>
              <a:defRPr sz="2200" b="1">
                <a:solidFill>
                  <a:srgbClr val="0F172A"/>
                </a:solidFill>
                <a:latin typeface="Segoe UI Semibold"/>
              </a:defRPr>
            </a:pPr>
            <a:r>
              <a:rPr sz="2200" b="1">
                <a:solidFill>
                  <a:srgbClr val="0F172A"/>
                </a:solidFill>
                <a:latin typeface="Segoe UI Semibold"/>
              </a:rPr>
              <a:t>Que el alumno conozca `df.eval` y `df.query` — herramientas para expresar operaciones y filtros con sintaxis tipo SQL en strings. Útiles para legibilidad en cadenas largas y, en datasets muy grandes, también más rápidos (usan `numexpr`).</a:t>
            </a:r>
          </a:p>
          <a:p>
            <a:pPr>
              <a:defRPr sz="1500" b="0">
                <a:solidFill>
                  <a:srgbClr val="475569"/>
                </a:solidFill>
                <a:latin typeface="Segoe UI"/>
              </a:defRPr>
            </a:pPr>
            <a:r>
              <a:rPr sz="1500" b="0">
                <a:solidFill>
                  <a:srgbClr val="475569"/>
                </a:solidFill>
                <a:latin typeface="Segoe UI"/>
              </a:rPr>
              <a:t>Al cierre: Filtrar con df.query("col &gt; 10 and other == 'X'").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🎯 Objetivo · 📚 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Parte: 0 — Prerrequisitos · Fuente: VanderPlas, cap. 3 § 3.13 High-Performance Pandas: eval and query. · Duración estimada: 45 min. · Nivel: Básico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Objetivo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Que el alumno conozca df.eval y df.query — herramientas para expresar operaciones y filtros con sintaxis tipo SQL en strings. Útiles para legibilidad en cadenas largas y, en datasets muy grandes, también más rápidos (usan numexpr).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Resultados de aprendizaje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Filtrar con df.query("col &gt; 10 and other == 'X'").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Calcular columnas nuevas con df.eval('z = x + y') o df.eval('x * 2').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Referenciar variables locales en query/eval con prefijo @: df.query('x &gt; @threshold').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Decidir cuándo usar query (legibilidad en cadenas largas) vs filtro tradicional (mejor autocompletado IDE).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Saber que el speedup real solo aparece con datasets &gt;10k filas y expresiones complejas.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🗺️ Temas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Recorrido de la sesión.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df.query — sintaxis tipo SQL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df.eval — expresiones aritméticas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Variables locales con @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numexpr para speedup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Trade-off: legibilidad vs introspección 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📖 Definiciones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Conceptos a fijar antes de la práctica.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df.query(): Filtro como string tipo SQL: df.query('precio &gt; 100 and categoria == "A"').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df.eval(): Evalúa expresiones aritméticas: df.eval('total = precio * cantidad').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Variables locales (@var): Dentro de query/eval, prefijo @ referencia variables del scope Python: df.query('x &gt; @threshold').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numexpr: Motor de cómputo que vectoriza expresiones en C/SIMD.</a:t>
            </a:r>
          </a:p>
          <a:p>
            <a:pPr>
              <a:spcAft>
                <a:spcPts val="1000"/>
              </a:spcAft>
              <a:defRPr sz="1600" b="0">
                <a:solidFill>
                  <a:srgbClr val="0F172A"/>
                </a:solidFill>
                <a:latin typeface="Segoe UI"/>
              </a:defRPr>
            </a:pPr>
            <a:r>
              <a:rPr sz="1600" b="0">
                <a:solidFill>
                  <a:srgbClr val="0F172A"/>
                </a:solidFill>
                <a:latin typeface="Segoe UI"/>
              </a:rPr>
              <a:t>• Trade-off legibilidad vs IDE: Query strings: más legibles para humanos.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💻 Código de muestra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Primer bloque ejecutable del notebook.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10698480" cy="4480560"/>
          </a:xfrm>
          <a:prstGeom prst="roundRect">
            <a:avLst/>
          </a:prstGeom>
          <a:solidFill>
            <a:srgbClr val="0F172A"/>
          </a:solidFill>
          <a:ln w="1524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24128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numpy as np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pandas as pd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import time</a:t>
            </a:r>
          </a:p>
          <a:p>
            <a:pPr>
              <a:defRPr sz="1200" b="0">
                <a:solidFill>
                  <a:srgbClr val="F8FAFC"/>
                </a:solidFill>
                <a:latin typeface="Courier New"/>
              </a:defRPr>
            </a:pPr>
            <a:r>
              <a:rPr sz="1200" b="0">
                <a:solidFill>
                  <a:srgbClr val="F8FAFC"/>
                </a:solidFill>
                <a:latin typeface="Courier New"/>
              </a:rPr>
              <a:t>rng = np.random.default_rng(42)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🧪 Ejercicios · 📝 Homework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Práctica guiada + entrega.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Ejercicios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Filter tradicional vs query.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Variable local.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 para nueva columna.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Benchmark.</a:t>
            </a:r>
          </a:p>
          <a:p>
            <a:pPr>
              <a:spcAft>
                <a:spcPts val="800"/>
              </a:spcAft>
              <a:defRPr sz="1400" b="0">
                <a:solidFill>
                  <a:srgbClr val="0F172A"/>
                </a:solidFill>
                <a:latin typeface="Segoe UI"/>
              </a:defRPr>
            </a:pPr>
            <a:r>
              <a:rPr sz="1400" b="0">
                <a:solidFill>
                  <a:srgbClr val="0F172A"/>
                </a:solidFill>
                <a:latin typeface="Segoe UI"/>
              </a:rPr>
              <a:t>• eval con inplace=False vs cálculo tradicional df['total'] = df['precio'] * df['cantidad'] — verifica resultados idénticos.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83080"/>
            <a:ext cx="52120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2C55E"/>
                </a:solidFill>
                <a:latin typeface="Segoe UI Semibold"/>
              </a:defRPr>
            </a:pPr>
            <a:r>
              <a:rPr sz="1600" b="1">
                <a:solidFill>
                  <a:srgbClr val="22C55E"/>
                </a:solidFill>
                <a:latin typeface="Segoe UI Semibold"/>
              </a:rPr>
              <a:t>Homework verificable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0F172A"/>
                </a:solidFill>
                <a:latin typeface="Segoe UI"/>
              </a:defRPr>
            </a:pPr>
            <a:r>
              <a:rPr sz="1500" b="0">
                <a:solidFill>
                  <a:srgbClr val="0F172A"/>
                </a:solidFill>
                <a:latin typeface="Segoe UI"/>
              </a:rPr>
              <a:t>• Notebook con df 100k filas: (a) 3 filtros equivalentes (mask, query, query con @var); (b) eval para crear 2 columnas derivadas; (c) benchmark tradicional vs query en N=100k y N=1M; (d) reporte: cuándo conviene cada uno.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🔗 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Bibliografía y docs oficiales.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74519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VanderPlas, cap. 3 § 3.13.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pandas eval/query docs</a:t>
            </a:r>
          </a:p>
          <a:p>
            <a:pPr>
              <a:spcAft>
                <a:spcPts val="1000"/>
              </a:spcAft>
              <a:defRPr sz="1800" b="0">
                <a:solidFill>
                  <a:srgbClr val="0F172A"/>
                </a:solidFill>
                <a:latin typeface="Segoe UI"/>
              </a:defRPr>
            </a:pPr>
            <a:r>
              <a:rPr sz="1800" b="0">
                <a:solidFill>
                  <a:srgbClr val="0F172A"/>
                </a:solidFill>
                <a:latin typeface="Segoe UI"/>
              </a:rPr>
              <a:t>• numexpr project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1480"/>
            <a:ext cx="12191695" cy="73152"/>
          </a:xfrm>
          <a:prstGeom prst="rect">
            <a:avLst/>
          </a:prstGeom>
          <a:solidFill>
            <a:srgbClr val="22C55E"/>
          </a:solidFill>
          <a:ln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88136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 Semibold"/>
              </a:defRPr>
            </a:pPr>
            <a:r>
              <a:rPr sz="2300" b="1">
                <a:solidFill>
                  <a:srgbClr val="0F172A"/>
                </a:solidFill>
                <a:latin typeface="Segoe UI Semibold"/>
              </a:rPr>
              <a:t>Siguiente paso 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9844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0">
                <a:solidFill>
                  <a:srgbClr val="475569"/>
                </a:solidFill>
                <a:latin typeface="Segoe UI"/>
              </a:defRPr>
            </a:pPr>
            <a:r>
              <a:rPr sz="1100" b="0">
                <a:solidFill>
                  <a:srgbClr val="475569"/>
                </a:solidFill>
                <a:latin typeface="Segoe UI"/>
              </a:rPr>
              <a:t>Cierre de la clase.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10698480" cy="4480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Segoe UI Semibold"/>
              </a:defRPr>
            </a:pPr>
            <a:r>
              <a:rPr sz="2400" b="1">
                <a:solidFill>
                  <a:srgbClr val="0F172A"/>
                </a:solidFill>
                <a:latin typeface="Segoe UI Semibold"/>
              </a:rPr>
              <a:t>Clase 033 — Polars: DataFrames modernos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