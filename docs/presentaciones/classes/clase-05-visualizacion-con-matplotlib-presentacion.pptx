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🎨 Clase 05: Visualización con matplotlib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Intermedio | Dataset: datasets/retencion_clientes.csv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Crear gráficos más controlados con matplotlib y mejorar su legibilidad.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No basta con que el gráfico funcione: debe poder leerse sin fricción.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Figure y axes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Rotulado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Legibilidad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Ajuste visual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Crear una figura explícita con tamaño controlado.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Rotular ejes y títulos con intención.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Mejorar la lectura visual de un gráfico temporal.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Matplotlib permite controlar detalle visual y comunicar mejor una conclusión.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crear figura → dibujar → rotular → ajustar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pasar de una visualización funcional a una visualización comunicable.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Haz comparar un gráfico improvisado con otro bien rotulado para que la mejora sea visible.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Serie temporal de clientes activos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Crear una figura explícita permite controlar tamaño, etiquetas y orden visual con intención.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crear figura → dibujar → rotular → ajustar.</a:t>
            </a:r>
            <a:br/>
            <a:r>
              <a:t># Para qué sirve: Sirve para pasar de una visualización funcional a una visualización comunicable.</a:t>
            </a:r>
            <a:br/>
            <a:r>
              <a:t>import pandas as pd</a:t>
            </a:r>
            <a:br/>
            <a:r>
              <a:t>import matplotlib.pyplot as plt</a:t>
            </a:r>
            <a:br/>
            <a:br/>
            <a:r>
              <a:t>df = pd.read_csv("datasets/retencion_clientes.csv")</a:t>
            </a:r>
            <a:br/>
            <a:br/>
            <a:r>
              <a:t>fig, ax = plt.subplots(figsize=(9, 4))</a:t>
            </a:r>
            <a:br/>
            <a:r>
              <a:t>ax.plot(df["mes"], df["clientes_activos"], marker="o", linewidth=2)</a:t>
            </a:r>
            <a:br/>
            <a:r>
              <a:t>ax.set_title("Clientes activos por mes")</a:t>
            </a:r>
            <a:br/>
            <a:r>
              <a:t>ax.set_xlabel("Mes")</a:t>
            </a:r>
            <a:br/>
            <a:r>
              <a:t>ax.set_ylabel("Clientes activos")</a:t>
            </a:r>
            <a:br/>
            <a:r>
              <a:t>ax.tick_params(axis="x", rotation=45)</a:t>
            </a:r>
            <a:br/>
            <a:r>
              <a:t>ax.grid(alpha=0.2)</a:t>
            </a:r>
            <a:br/>
            <a:r>
              <a:t>plt.tight_layout()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06 amplía el repertorio con texto, fechas y transformaciones.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