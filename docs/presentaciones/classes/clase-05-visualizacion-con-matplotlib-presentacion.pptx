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Clase 05: Visualización con matplotlib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datasets/retencion_clientes.csv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700">
                <a:solidFill>
                  <a:srgbClr val="F1F5F9"/>
                </a:solidFill>
                <a:latin typeface="Segoe UI Semibold"/>
              </a:defRPr>
            </a:pPr>
            <a:r>
              <a:t>Crear gráficos más controlados con matplotlib y mejorar su legibilidad.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No basta con que el gráfico funcione: debe poder leerse sin fricción.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Crear una figura explícita con tamaño controlado.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Rotular ejes y títulos con intención.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Mejorar la lectura visual de un gráfico temporal.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Figure y axes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Rotulado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Legibilidad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Ajuste visual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slides.md.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1: 20 min | Demostración guiada | Evidencia: Primer bloque entendido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Práctica: 25 min | Ejercicio o quiz del módulo | Evidencia: Entregable corto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Contenido derivado del guion de diapositivas.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Figure y axes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Rotulado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Legibilidad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Ajuste visual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 esperado: La clase 06 amplía el repertorio con texto, fechas y transformaciones.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Síntesis tomada desde teoria.md.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No basta con que el gráfico funcione: debe poder leerse sin fricción.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Matplotlib permite controlar detalle visual y comunicar mejor una conclusión.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clase 06 amplía el repertorio con texto, fechas y transformaciones.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💻 Serie temporal de clientes activos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Crear una figura explícita permite controlar tamaño, etiquetas y orden visual con intención. Qué hace: crear figura → dibujar → rotular → ajustar Para qué sirve: Sirve para pasar de una visualización funcional a una visualización comunicable.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2061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urier New"/>
              </a:defRPr>
            </a:pPr>
            <a:r>
              <a:t># Qué hace: crear figura → dibujar → rotular → ajustar.</a:t>
            </a:r>
            <a:br/>
            <a:r>
              <a:t># Para qué sirve: Sirve para pasar de una visualización funcional a una visualización comunicable.</a:t>
            </a:r>
            <a:br/>
            <a:r>
              <a:t>import pandas as pd</a:t>
            </a:r>
            <a:br/>
            <a:r>
              <a:t>import matplotlib.pyplot as plt</a:t>
            </a:r>
            <a:br/>
            <a:br/>
            <a:r>
              <a:t>df = pd.read_csv("datasets/retencion_clientes.csv")</a:t>
            </a:r>
            <a:br/>
            <a:br/>
            <a:r>
              <a:t>fig, ax = plt.subplots(figsize=(9, 4))</a:t>
            </a:r>
            <a:br/>
            <a:r>
              <a:t>ax.plot(df["mes"], df["clientes_activos"], marker="o", linewidth=2)</a:t>
            </a:r>
            <a:br/>
            <a:r>
              <a:t>ax.set_title("Clientes activos por mes")</a:t>
            </a:r>
            <a:br/>
            <a:r>
              <a:t>ax.set_xlabel("Mes")</a:t>
            </a:r>
            <a:br/>
            <a:r>
              <a:t>ax.set_ylabel("Clientes activos")</a:t>
            </a:r>
            <a:br/>
            <a:r>
              <a:t>ax.tick_params(axis="x", rotation=45)</a:t>
            </a:r>
            <a:br/>
            <a:r>
              <a:t>ax.grid(alpha=0.2)</a:t>
            </a:r>
            <a:br/>
            <a:r>
              <a:t>plt.tight_layout()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Resume con tus palabras la pregunta principal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Ejecuta o revisa el bloque principal y explica la salida.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resultado responde a la pregunta planteada.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código está ordenado y comentado en los puntos clave.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Código o desarrollo ordenado.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Conclusión breve conectada con evidencia.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Entendí la pregunta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Puedo explicar la salida sin leer el código completo.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