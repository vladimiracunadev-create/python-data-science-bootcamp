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Clase 11: Evaluación y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90 minutos | Nivel Intermedio avanzado | Dataset: datasets/estudiantes.csv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>
                <a:solidFill>
                  <a:srgbClr val="F1F5F9"/>
                </a:solidFill>
                <a:latin typeface="Segoe UI Semibold"/>
              </a:defRPr>
            </a:pPr>
            <a:r>
              <a:t>Evaluar modelos con mayor rigor y evitar leakage o sobreajuste.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Pasar de un modelo que parece funcionar a un flujo de evaluación más confiable.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🎯 Logros y focos del módulo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Validación cruzada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Pipelines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Leakage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Comparación de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Explicar por qué un score único puede ser frágil.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Usar un pipeline con preprocesamiento y modelo.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Leer un score medio de validación cruzada con más criterio.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🧭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❓ Sentido pedagógico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Por qué importa: La evaluación rigurosa ayuda a distinguir entre una buena demostración y un flujo que realmente generaliza mejor.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Qué hace: preprocesar + modelar → validar → comparar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Para qué sirve: Sirve para introducir una práctica más robusta sin perder claridad sobre cada componente.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Nota docente: Haz visible el riesgo de mezclar preprocesamiento y evaluación fuera de un pipeline.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💻 Pipeline con validación cruzada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 pipeline encapsula el preprocesamiento junto con el modelo y evita pasos manuales inconsistentes.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2412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preprocesar + modelar → validar → comparar.</a:t>
            </a:r>
            <a:br/>
            <a:r>
              <a:t># Para qué sirve: Sirve para introducir una práctica más robusta sin perder claridad sobre cada componente.</a:t>
            </a:r>
            <a:br/>
            <a:r>
              <a:t>import pandas as pd</a:t>
            </a:r>
            <a:br/>
            <a:r>
              <a:t>from sklearn.linear_model import LogisticRegression</a:t>
            </a:r>
            <a:br/>
            <a:r>
              <a:t>from sklearn.model_selection import cross_val_score</a:t>
            </a:r>
            <a:br/>
            <a:r>
              <a:t>from sklearn.pipeline import Pipeline</a:t>
            </a:r>
            <a:br/>
            <a:r>
              <a:t>from sklearn.preprocessing import StandardScaler</a:t>
            </a:r>
            <a:br/>
            <a:br/>
            <a:r>
              <a:t>df = pd.read_csv("datasets/estudiantes.csv")</a:t>
            </a:r>
            <a:br/>
            <a:r>
              <a:t>df["alto_desempeno"] = (</a:t>
            </a:r>
            <a:br/>
            <a:r>
              <a:t>    (df["evaluacion_python"] &gt;= 75) &amp; (df["evaluacion_pandas"] &gt;= 75)</a:t>
            </a:r>
            <a:br/>
            <a:r>
              <a:t>).astype(int)</a:t>
            </a:r>
            <a:br/>
            <a:br/>
            <a:r>
              <a:t>X = df[["asistencia_pct", "evaluacion_python", "evaluacion_pandas", "edad"]]</a:t>
            </a:r>
            <a:br/>
            <a:r>
              <a:t>y = df["alto_desempeno"]</a:t>
            </a:r>
            <a:br/>
            <a:br/>
            <a:r>
              <a:t>pipeline = Pipeline(</a:t>
            </a:r>
            <a:br/>
            <a:r>
              <a:t>    [("scaler", StandardScaler()), ("model", LogisticRegression(max_iter=300))]</a:t>
            </a:r>
            <a:br/>
            <a:r>
              <a:t>)</a:t>
            </a:r>
            <a:br/>
            <a:r>
              <a:t>scores = cross_val_score(pipeline, X, y, cv=5, scoring="f1")</a:t>
            </a:r>
            <a:br/>
            <a:r>
              <a:t>print(scores.mean())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Práctica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Pedir explicación de la pregunta antes de ejecutar.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Leer la salida y justificar cada decisión importante.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Cerrar con una variación pequeña o conclusión breve.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12 integra todo el recorrido en un proyecto final con cierre.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📚 Materiales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Archivos que conviene mostrar o entregar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README.md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slides.md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teoria.md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ejercicios.md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homework.md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notebook.ipynb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soluciones.ipynb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