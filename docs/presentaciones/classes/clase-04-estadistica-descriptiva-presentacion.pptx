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📐 Clase 04: Estadística descriptiva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90 minutos | Nivel Básico | Dataset: datasets/estudiantes.csv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800">
                <a:solidFill>
                  <a:srgbClr val="F1F5F9"/>
                </a:solidFill>
                <a:latin typeface="Segoe UI Semibold"/>
              </a:defRPr>
            </a:pPr>
            <a:r>
              <a:t>Interpretar medidas descriptivas simples y relacionarlas con preguntas reales.</a:t>
            </a:r>
          </a:p>
          <a:p>
            <a:pPr>
              <a:defRPr sz="1800">
                <a:solidFill>
                  <a:srgbClr val="94A3B8"/>
                </a:solidFill>
                <a:latin typeface="Segoe UI"/>
              </a:defRPr>
            </a:pPr>
            <a:r>
              <a:t>La estadística descriptiva resume poblaciones, pero siempre debe volver a una pregunta concreta.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🎯 Logros y focos del módulo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Temas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Media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Mediana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Dispersión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Interpretación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4663440" cy="4023360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2C55E"/>
                </a:solidFill>
                <a:latin typeface="Segoe UI Semibold"/>
              </a:defRPr>
            </a:pPr>
            <a:r>
              <a:t>Resultados esperados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297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Calcular medidas de tendencia central.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Leer una dispersión básica sin perder contexto.</a:t>
            </a:r>
          </a:p>
          <a:p>
            <a:pPr>
              <a:spcAft>
                <a:spcPts val="800"/>
              </a:spcAft>
              <a:defRPr sz="1700">
                <a:solidFill>
                  <a:srgbClr val="F1F5F9"/>
                </a:solidFill>
                <a:latin typeface="Segoe UI"/>
              </a:defRPr>
            </a:pPr>
            <a:r>
              <a:t>Evitar conclusiones apoyadas en un solo número.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🧭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1: 20 min | Demostración guiada | Evidencia: Primer bloque entendido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Práctica: 25 min | Ejercicio o quiz del módulo | Evidencia: Entregable corto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❓ Sentido pedagógico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Por qué importa: Permite pasar de mirar filas sueltas a resumir comportamientos de un grupo con criterio.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Qué hace: seleccionar variable → calcular resumen → interpretar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Para qué sirve: Sirve para conectar conceptos estadísticos con decisiones pedagógicas o de seguimiento académico.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Nota docente: Haz que el grupo compare media y mediana con lenguaje simple antes de pasar a fórmulas.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💻 Resumen de asistencia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Usar varias medidas a la vez evita depender de un único número y mejora la interpretación.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06240"/>
          </a:xfrm>
          <a:prstGeom prst="roundRect">
            <a:avLst/>
          </a:prstGeom>
          <a:solidFill>
            <a:srgbClr val="02061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2412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>
                <a:solidFill>
                  <a:srgbClr val="F1F5F9"/>
                </a:solidFill>
                <a:latin typeface="Courier New"/>
              </a:defRPr>
            </a:pPr>
            <a:r>
              <a:t># Qué hace: seleccionar variable → calcular resumen → interpretar.</a:t>
            </a:r>
            <a:br/>
            <a:r>
              <a:t># Para qué sirve: Sirve para conectar conceptos estadísticos con decisiones pedagógicas o de seguimiento académico.</a:t>
            </a:r>
            <a:br/>
            <a:r>
              <a:t>import pandas as pd</a:t>
            </a:r>
            <a:br/>
            <a:br/>
            <a:r>
              <a:t>df = pd.read_csv("datasets/estudiantes.csv")</a:t>
            </a:r>
            <a:br/>
            <a:r>
              <a:t>asistencia = df["asistencia_pct"]</a:t>
            </a:r>
            <a:br/>
            <a:br/>
            <a:r>
              <a:t>print("Media:", asistencia.mean())</a:t>
            </a:r>
            <a:br/>
            <a:r>
              <a:t>print("Mediana:", asistencia.median())</a:t>
            </a:r>
            <a:br/>
            <a:r>
              <a:t>print("Desviación estándar:", asistencia.std())</a:t>
            </a:r>
            <a:br/>
            <a:r>
              <a:t>print(asistencia.describe())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🧪 Práctica y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Pedir explicación de la pregunta antes de ejecutar.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Leer la salida y justificar cada decisión importante.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Cerrar con una variación pequeña o conclusión breve.</a:t>
            </a:r>
          </a:p>
          <a:p>
            <a:pPr>
              <a:spcAft>
                <a:spcPts val="1000"/>
              </a:spcAft>
              <a:defRPr sz="2000">
                <a:solidFill>
                  <a:srgbClr val="F1F5F9"/>
                </a:solidFill>
                <a:latin typeface="Segoe UI"/>
              </a:defRPr>
            </a:pPr>
            <a:r>
              <a:t>La clase 05 convierte estos resúmenes en gráficos más controlados con matplotlib.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400">
                <a:solidFill>
                  <a:srgbClr val="F1F5F9"/>
                </a:solidFill>
                <a:latin typeface="Segoe UI Semibold"/>
              </a:defRPr>
            </a:pPr>
            <a:r>
              <a:t>📚 Materiales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Archivos que conviene mostrar o entregar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README.md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slides.md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teoria.md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ejercicios.md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homework.md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notebook.ipynb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  <a:latin typeface="Segoe UI"/>
              </a:defRPr>
            </a:pPr>
            <a:r>
              <a:t>Disponible: soluciones.ipynb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