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062 — Clasificación binaria con MNIST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3. 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arme su primer clasificador binario "de verdad" sobre MNIST (¿este dígito es un 5 o no?), entrenando un `SGDClassifier`, evaluándolo con `cross_val_score` sobre `StratifiedKFold`, y entendiendo por qué la **accuracy sola miente** cuando las clases están desbalanceadas.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Cargar MNIST con fetch_openml('mnist_784', as_frame=False) y separar train/test respetando el split original (60k/10k).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3. 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arme su primer clasificador binario "de verdad" sobre MNIST (¿este dígito es un 5 o no?), entrenando un SGDClassifier, evaluándolo con cross_val_score sobre StratifiedKFold, y entendiendo por qué la accuracy sola miente cuando las clases están desbalanceadas.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Cargar MNIST con fetch_openml('mnist_784', as_frame=False) y separar train/test respetando el split original (60k/10k).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target binario y_train_5 = (y_train == 5) y entrenar un SGDClassifier sobre él.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Predecir y obtener scores con predict() y decision_function(), entendiendo la diferencia entre clase y score continuo.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Validar con cross_val_score sobre StratifiedKFold y leer los 3 valores que devuelve.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el accuracy paradox: comparar contra un clasificador trivial "nunca-5" y ver que también saca ~90%.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fetch_openml('mnist_784')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Target binario 5 vs no-5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SGDClassifier(random_state=42)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cross_val_score + StratifiedKFold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Accuracy paradox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predict vs decision_function vs predict_proba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MNIST: Dataset de 70.000 imágenes de dígitos manuscritos (0-9), 28×28 píxeles en escala de grises, aplanadas a vectores de 784 features.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SGDClassifier: Clasificador lineal entrenado con Stochastic Gradient Descent.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decision_function(X): Devuelve el score crudo (distancia firmada al hiperplano de decisión), no la clase.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Accuracy: (TP + TN) / total.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Baseline trivial (dummy classifier): Modelo que predice siempre la clase mayoritaria (o aleatorio).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StratifiedKFold: Variante de K-Fold que conserva la proporción de clases en cada fold.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clasificador binario "de verdad": ¿este dígito es un 5 o no? Entrenamos un SGDClassifier, validamos con StratifiedKFold y descubrimos por qué la accuracy sola miente cuando las clases están desbalanceadas. &gt; Nota: usamos load_digits() (imágenes 8×8, sin conexión a internet) en lugar de MNIST 28×28, pero el planteo es idéntico. Requiere: numpy, scikit-learn, matplotlib.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load_digits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SGDClassifier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StratifiedKFold, cross_val_score,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sklearn.base import BaseEstimator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digits = load_digits()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digits.data, digits.target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print('X', X.shape, 'y', y.shape)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print('clases:', np.unique(y))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print('proporcion de 5s: {:.3f}'.format((y == 5).mean()))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Cargar y explorar.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Target binario + SGD.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decision_function.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Cross-validation.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Baseline trampa.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carga MNIST y arma el target 5-vs-no-5; (b) entrena SGDClassifier(random_state=42) sobre el train completo; (c) reporta accuracy 3-fold con cross_val_score; (d) reporta accuracy 3-fold del Never5Classifier; (e) en una celda markdown, explica en 2-3 líneas por qué ambos modelos están "cerca" en accuracy y por qué eso no significa que sean equivalentes.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3 § "Training a Binary Classifier" y "Measuring Accuracy Using Cross-Validation".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sklearn SGDClassifier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sklearn fetch_openml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sklearn StratifiedKFold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063 — Métricas: confusion matrix, precision, recall, F1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