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175 — Distribuciones: normal, binomial, Poisson, exponencial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2 + Bruce &amp; Bruce, cap. 2 Data and Sampling Distributions.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Reconocer las cuatro distribuciones de probabilidad que aparecen en el 90 % de los problemas reales de data science —**normal, binomial, Poisson, exponencial**— sabiendo qué fenómeno modela cada una, cuáles son sus parámetros, cómo simularlas con `scipy.stats` / `numpy.random`, y cómo verificar empíricamente si los datos *realmente* siguen esa distribución antes de aplicar un test que la asuma.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Identificar la distribución apropiada para un fenómeno descrito en lenguaje natural (conteos raros → Poisson, éxitos/fracasos → binomial, tiempos entre eventos → exponencial, sumas/promedios → normal por TCL).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3 — Estadística Inferencial y Causal · Fuente: ISLP, cap. 2 + Bruce &amp; Bruce, cap. 2 Data and Sampling Distributions.  Duración estimada: 70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Reconocer las cuatro distribuciones de probabilidad que aparecen en el 90 % de los problemas reales de data science —normal, binomial, Poisson, exponencial— sabiendo qué fenómeno modela cada una, cuáles son sus parámetros, cómo simularlas con scipy.stats / numpy.random, y cómo verificar empíricamente si los datos realmente siguen esa distribución antes de aplicar un test que la asuma.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Identificar la distribución apropiada para un fenómeno descrito en lenguaje natural (conteos raros → Poisson, éxitos/fracasos → binomial, tiempos entre eventos → exponencial, sumas/promedios → normal por TCL).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Calcular media, varianza y cuantiles teóricos con scipy.stats.{norm, binom, poisson, expon} (.mean(), .var(), .ppf(), .pdf()/.pmf()).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Simular muestras con rng = np.random.default_rng(seed) y comparar histograma vs PDF/PMF teórica.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un Q-Q plot (scipy.stats.probplot) y un Kolmogorov-Smirnov (scipy.stats.kstest) para validar normalidad.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cuándo el Teorema Central del Límite justifica usar normal aunque los datos crudos no lo sean.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normal N(μ, σ²)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binomial Bin(n, p)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de Poisson Poi(λ)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Distribución exponencial Exp(λ)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Teorema Central del Límite (TCL)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Verificación empírica: Q-Q plot + KS test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Simétrica, soporte en toda la recta. Base de t-test, ANOVA e intervalos de confianza. Verificamos la regla 68-95-99.7.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scipy import stats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mu, sigma = 100.0, 15.0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 = rng.normal(mu, sigma, 10_000)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print(f"Normal N(100, 15^2): media={x.mean():.2f}  sd={x.std(ddof=1):.2f}")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for k in (1, 2, 3):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frac = np.mean(np.abs(x - mu) &lt; k * sigma)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print(f"  dentro de {k} sigma: {frac:.3f}")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frac1 = np.mean(np.abs(x - mu) &lt; sigma)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abs(frac1 - 0.683) &lt; 0.02, "la regla 68-95-99.7 debe cumplirse"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grid = np.linspace(mu - 4*sigma, mu + 4*sigma, 200)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plt.hist(x, bins=50, density=True, alpha=0.5, label="muestra")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Simulación y PDF/PMF: con rng = np.random.default_rng(42), generá 10 000 muestras de cada una de las 4 distribuciones con parámetros razonables.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Cuantiles: calculá scipy.stats.norm(loc=100, scale=15).ppf([0.025, 0.5, 0.975]) (IQ test → IC 95 % poblacional) y verificá que el 2.5 % y 97.5 % muestrales de una simulación con n=100_000 se acerquen.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TCL en acción: tomá Exp(λ=1) (claramente no normal).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Q-Q plot: scipy.stats.probplot(tips.total_bill, dist='norm', plot=plt).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¿Poisson o no?: con los conteos por hora del dataset sintético, calculá mean() y var().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Carga tips.total_bill de seaborn.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Genera un Q-Q plot contra 'norm' y otro contra 'lognorm'.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Aplica scipy.stats.kstest contra ambas (estandarizando los datos).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Concluye por escrito qué distribución modela mejor total_bill y por qué (≤ 3 líneas).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ISLP (James et al.), cap. 2 — Statistical Learning, sección sobre distribuciones.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Bruce, P. &amp; Bruce, A. Practical Statistics for Data Scientists (2ª ed., O'Reilly), cap. 2 Data and Sampling Distributions.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scipy.stats reference — objetos norm, binom, poisson, expon.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numpy.random.Generator — API moderna recomendada desde NumPy 1.17.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3Blue1Brown — Why π appears in the normal distribution (intuición visual del TCL).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176 — Test t (una muestra, dos muestras, pareado)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