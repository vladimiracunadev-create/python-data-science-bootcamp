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🗓️ Clase 06: Texto, fechas y transformaciones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90 minutos | Nivel Intermedio | Dataset: 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800">
                <a:solidFill>
                  <a:srgbClr val="F1F5F9"/>
                </a:solidFill>
                <a:latin typeface="Segoe UI Semibold"/>
              </a:defRPr>
            </a:pPr>
            <a:r>
              <a:t>Transformar columnas de texto y fecha para volverlas útiles en análisis y modelado inicial.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Muchas preguntas nuevas aparecen cuando una columna se transforma bien.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🎯 Logros y focos del módulo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Fechas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Texto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Columnas derivadas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Normalización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83080"/>
            <a:ext cx="4663440" cy="402336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297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Convertir una columna a fecha real.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Crear variables derivadas con sentido analítico.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Normalizar texto para evitar duplicados de categoría.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🧭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❓ Sentido pedagógico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Por qué importa: Las transformaciones abren preguntas más útiles y preparan mejor la base de trabajo.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Qué hace: convertir → derivar → normalizar → reutilizar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Para qué sirve: Sirve para preparar columnas que luego alimentan gráficos, filtros o variables de modelado.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Nota docente: Pide siempre que el grupo diga para qué sirve la nueva columna antes de crearla.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💻 Fechas y texto listos para analizar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Convertir y normalizar columnas no es maquillaje: cambia lo que se puede preguntar después.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2412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convertir → derivar → normalizar → reutilizar.</a:t>
            </a:r>
            <a:br/>
            <a:r>
              <a:t># Para qué sirve: Sirve para preparar columnas que luego alimentan gráficos, filtros o variables de modelado.</a:t>
            </a:r>
            <a:br/>
            <a:r>
              <a:t>import pandas as pd</a:t>
            </a:r>
            <a:br/>
            <a:br/>
            <a:r>
              <a:t>df = pd.read_csv("datasets/ventas_tienda.csv")</a:t>
            </a:r>
            <a:br/>
            <a:r>
              <a:t>df["fecha"] = pd.to_datetime(df["fecha"])</a:t>
            </a:r>
            <a:br/>
            <a:br/>
            <a:r>
              <a:t># Creamos columnas nuevas para responder preguntas posteriores.</a:t>
            </a:r>
            <a:br/>
            <a:r>
              <a:t>df["mes"] = df["fecha"].dt.to_period("M").astype(str)</a:t>
            </a:r>
            <a:br/>
            <a:r>
              <a:t>df["dia_semana"] = df["fecha"].dt.day_name()</a:t>
            </a:r>
            <a:br/>
            <a:r>
              <a:t>df["producto_normalizado"] = df["producto"].str.strip().str.lower()</a:t>
            </a:r>
            <a:br/>
            <a:br/>
            <a:r>
              <a:t>print(df[["fecha", "mes", "dia_semana", "producto_normalizado"]].head())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🧪 Práctica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Pedir explicación de la pregunta antes de ejecutar.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Leer la salida y justificar cada decisión importante.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Cerrar con una variación pequeña o conclusión breve.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07 usa estas habilidades dentro de un mini proyecto guiado.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400">
                <a:solidFill>
                  <a:srgbClr val="F1F5F9"/>
                </a:solidFill>
                <a:latin typeface="Segoe UI Semibold"/>
              </a:defRPr>
            </a:pPr>
            <a:r>
              <a:t>📚 Materiales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Archivos que conviene mostrar o entregar al grupo.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README.md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slides.md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teoria.md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ejercicios.md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homework.md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notebook.ipynb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Disponible: soluciones.ipynb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