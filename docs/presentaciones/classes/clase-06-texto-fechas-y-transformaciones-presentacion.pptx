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06: Texto, fechas y transformaciones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datasets/ventas_tienda.csv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35661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38528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Transformar columnas de texto y fecha para volverlas útiles en análisis y modelado inicial.</a:t>
            </a:r>
          </a:p>
          <a:p>
            <a:pPr>
              <a:defRPr sz="1600" b="0">
                <a:solidFill>
                  <a:srgbClr val="475569"/>
                </a:solidFill>
                <a:latin typeface="Segoe UI"/>
              </a:defRPr>
            </a:pPr>
            <a:r>
              <a:rPr sz="1600" b="0">
                <a:solidFill>
                  <a:srgbClr val="475569"/>
                </a:solidFill>
                <a:latin typeface="Segoe UI"/>
              </a:rPr>
              <a:t>Muchas preguntas nuevas aparecen cuando una columna se transforma bien.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Foco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Resumen tomado desde README.md.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esperados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Convertir una columna a fecha real.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Crear variables derivadas con sentido analítico.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Normalizar texto para evitar duplicados de categoría.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Temas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Fechas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Texto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Columnas derivadas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Normalización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🖥️ Ruta sugerida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Resumen tomado desde slides.md.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Inicio: 10 min | Activar contexto y objetivo | Evidencia: Pregunta inicial visible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Desarrollo 1: 20 min | Demostración guiada | Evidencia: Primer bloque entendido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Desarrollo 2: 25 min | Lectura de código y explicación | Evidencia: Salida interpretada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Práctica: 25 min | Ejercicio o quiz del módulo | Evidencia: Entregable corto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Cierre: 10 min | Síntesis y siguiente paso | Evidencia: Autoevaluación breve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📌 Puntos que deben quedar claros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Contenido derivado del guion de diapositivas.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Fechas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Texto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Columnas derivadas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Normalización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Cierre esperado: La clase 07 usa estas habilidades dentro de un mini proyecto guiado.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🧠 Base conceptual del módulo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Síntesis tomada desde teoria.md.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698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Muchas preguntas nuevas aparecen cuando una columna se transforma bien.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Las transformaciones abren preguntas más útiles y preparan mejor la base de trabajo.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La clase 07 usa estas habilidades dentro de un mini proyecto guiado.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Fechas y texto listos para analizar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Convertir y normalizar columnas no es maquillaje: cambia lo que se puede preguntar después. Qué hace: convertir → derivar → normalizar → reutilizar Para qué sirve: Sirve para preparar columnas que luego alimentan gráficos, filtros o variables de modelado.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2976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29968"/>
            <a:ext cx="102412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Qué hace: convertir → derivar → normalizar → reutilizar.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# Para qué sirve: Sirve para preparar columnas que luego alimentan gráficos, filtros o variables de modelado.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  <a:br/>
            <a:br/>
            <a:r>
              <a:rPr sz="1200" b="0">
                <a:solidFill>
                  <a:srgbClr val="F8FAFC"/>
                </a:solidFill>
                <a:latin typeface="Courier New"/>
              </a:rPr>
              <a:t>df = pd.read_csv("datasets/ventas_tienda.csv")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df["fecha"] = pd.to_datetime(df["fecha"])</a:t>
            </a:r>
            <a:br/>
            <a:br/>
            <a:r>
              <a:rPr sz="1200" b="0">
                <a:solidFill>
                  <a:srgbClr val="F8FAFC"/>
                </a:solidFill>
                <a:latin typeface="Courier New"/>
              </a:rPr>
              <a:t># Creamos columnas nuevas para responder preguntas posteriores.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df["mes"] = df["fecha"].dt.to_period("M").astype(str)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df["dia_semana"] = df["fecha"].dt.day_name()</a:t>
            </a:r>
            <a:br/>
            <a:r>
              <a:rPr sz="1200" b="0">
                <a:solidFill>
                  <a:srgbClr val="F8FAFC"/>
                </a:solidFill>
                <a:latin typeface="Courier New"/>
              </a:rPr>
              <a:t>df["producto_normalizado"] = df["producto"].str.strip().str.lower()</a:t>
            </a:r>
            <a:br/>
            <a:br/>
            <a:r>
              <a:rPr sz="1200" b="0">
                <a:solidFill>
                  <a:srgbClr val="F8FAFC"/>
                </a:solidFill>
                <a:latin typeface="Courier New"/>
              </a:rPr>
              <a:t>print(df[["fecha", "mes", "dia_semana", "producto_normalizado"]].head())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Práctica guiada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Derivado del archivo ejercicios.md.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Trabajo guiado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Resume con tus palabras la pregunta principal del módulo.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Ejecuta o revisa el bloque principal y explica la salida.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Realiza una variación pequeña y anota qué cambió y por qué.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Autocorrección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El resultado responde a la pregunta planteada.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El código está ordenado y comentado en los puntos clave.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La salida se puede explicar con lenguaje simple.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📝 Tarea y evidencia final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Construido desde homework.md y archivos complementarios.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Entregables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Código o desarrollo ordenado.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Conclusión breve conectada con evidencia.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Comentarios que expliquen qué hace y para qué sirve cada bloque importante.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4663440" cy="4114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65960"/>
            <a:ext cx="4297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Autoevaluación o apoyo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77440"/>
            <a:ext cx="4297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Entendí la pregunta del módulo.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Puedo explicar la salida sin leer el código completo.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Dejé comentarios útiles en los pasos clave.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