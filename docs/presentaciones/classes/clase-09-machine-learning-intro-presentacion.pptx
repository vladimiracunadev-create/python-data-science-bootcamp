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🤖 Clase 09: Introducción a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90 minutos | Nivel Intermedio avanzado | Dataset: datasets/estudiantes.csv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F1F5F9"/>
                </a:solidFill>
                <a:latin typeface="Segoe UI Semibold"/>
              </a:defRPr>
            </a:pPr>
            <a:r>
              <a:t>Comprender qué es un modelo supervisado y construir una primera regresión simple con scikit-learn.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Machine learning se presenta como una extensión del análisis, no como magia negra.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🎯 Logros y focos del módulo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X e y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Train/test split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Regresión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Predicción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Distinguir variables de entrada y objetivo.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Construir un train/test split reproducible.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Entrenar una regresión simple y revisar sus predicciones.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🧭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❓ Sentido pedagógico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Por qué importa: Ayuda a entender cómo un conjunto de variables puede apoyar una predicción supervisada básica.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Qué hace: problema → X / y → split → entrenar → predecir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Para qué sirve: Sirve para mostrar la estructura mínima de un flujo supervisado sin saturar al estudiante con complejidad.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Nota docente: Vuelve siempre a la pregunta predictiva antes de mencionar el modelo.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💻 Primera regresión con variables académicas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Antes de entrenar, conviene declarar con claridad qué queremos predecir y qué datos usaremos como entrada.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2412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problema → X / y → split → entrenar → predecir.</a:t>
            </a:r>
            <a:br/>
            <a:r>
              <a:t># Para qué sirve: Sirve para mostrar la estructura mínima de un flujo supervisado sin saturar al estudiante con complejidad.</a:t>
            </a:r>
            <a:br/>
            <a:r>
              <a:t>import pandas as pd</a:t>
            </a:r>
            <a:br/>
            <a:r>
              <a:t>from sklearn.linear_model import LinearRegression</a:t>
            </a:r>
            <a:br/>
            <a:r>
              <a:t>from sklearn.model_selection import train_test_split</a:t>
            </a:r>
            <a:br/>
            <a:br/>
            <a:r>
              <a:t>df = pd.read_csv("datasets/estudiantes.csv")</a:t>
            </a:r>
            <a:br/>
            <a:r>
              <a:t>X = df[["asistencia_pct", "evaluacion_python", "edad"]]</a:t>
            </a:r>
            <a:br/>
            <a:r>
              <a:t>y = df["evaluacion_pandas"]</a:t>
            </a:r>
            <a:br/>
            <a:br/>
            <a:r>
              <a:t>X_train, X_test, y_train, y_test = train_test_split(</a:t>
            </a:r>
            <a:br/>
            <a:r>
              <a:t>    X, y, test_size=0.2, random_state=42</a:t>
            </a:r>
            <a:br/>
            <a:r>
              <a:t>)</a:t>
            </a:r>
            <a:br/>
            <a:br/>
            <a:r>
              <a:t>modelo = LinearRegression()</a:t>
            </a:r>
            <a:br/>
            <a:r>
              <a:t>modelo.fit(X_train, y_train)</a:t>
            </a:r>
            <a:br/>
            <a:r>
              <a:t>predicciones = modelo.predict(X_test)</a:t>
            </a:r>
            <a:br/>
            <a:r>
              <a:t>print(predicciones[:5])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🧪 Práctica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Pedir explicación de la pregunta antes de ejecutar.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Leer la salida y justificar cada decisión importante.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Cerrar con una variación pequeña o conclusión breve.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10 compara modelos supervisados y sus métricas más comunes.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📚 Materiales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Archivos que conviene mostrar o entregar al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README.md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slides.md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teoria.md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ejercicios.md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homework.md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notebook.ipynb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soluciones.ipynb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