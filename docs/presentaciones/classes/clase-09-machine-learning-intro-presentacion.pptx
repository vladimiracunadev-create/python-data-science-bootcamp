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Clase 09: Introducción a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datasets/estudiantes.csv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38528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700">
                <a:solidFill>
                  <a:srgbClr val="F1F5F9"/>
                </a:solidFill>
                <a:latin typeface="Segoe UI Semibold"/>
              </a:defRPr>
            </a:pPr>
            <a:r>
              <a:t>Comprender qué es un modelo supervisado y construir una primera regresión simple con scikit-learn.</a:t>
            </a:r>
          </a:p>
          <a:p>
            <a:pPr>
              <a:defRPr sz="1800">
                <a:solidFill>
                  <a:srgbClr val="94A3B8"/>
                </a:solidFill>
                <a:latin typeface="Segoe UI"/>
              </a:defRPr>
            </a:pPr>
            <a:r>
              <a:t>Machine learning se presenta como una extensión del análisis, no como magia negra.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🎯 Foco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Resumen tomado desde README.md.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Resultados esperados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Distinguir variables de entrada y objetivo.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Construir un train/test split reproducible.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Entrenar una regresión simple y revisar sus predicciones.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Temas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X e y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Train/test split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Regresión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Predicción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🖥️ Ruta sugerida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Resumen tomado desde slides.md.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Inicio: 10 min | Activar contexto y objetivo | Evidencia: Pregunta inicial visible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1: 20 min | Demostración guiada | Evidencia: Primer bloque entendido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2: 25 min | Lectura de código y explicación | Evidencia: Salida interpretada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Práctica: 25 min | Ejercicio o quiz del módulo | Evidencia: Entregable corto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Cierre: 10 min | Síntesis y siguiente paso | Evidencia: Autoevaluación breve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📌 Puntos que deben quedar claros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Contenido derivado del guion de diapositivas.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X e y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Train/test split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Regresión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Predicción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Cierre esperado: La clase 10 compara modelos supervisados y sus métricas más comunes.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🧠 Base conceptual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Síntesis tomada desde teoria.md.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Machine learning se presenta como una extensión del análisis, no como magia negra.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Ayuda a entender cómo un conjunto de variables puede apoyar una predicción supervisada básica.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La clase 10 compara modelos supervisados y sus métricas más comunes.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💻 Primera regresión con variables académicas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Antes de entrenar, conviene declarar con claridad qué queremos predecir y qué datos usaremos como entrada. Qué hace: problema → X / y → split → entrenar → predecir Para qué sirve: Sirve para mostrar la estructura mínima de un flujo supervisado sin saturar al estudiante con complejidad.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297680"/>
          </a:xfrm>
          <a:prstGeom prst="roundRect">
            <a:avLst/>
          </a:prstGeom>
          <a:solidFill>
            <a:srgbClr val="02061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102412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>
                <a:solidFill>
                  <a:srgbClr val="F1F5F9"/>
                </a:solidFill>
                <a:latin typeface="Courier New"/>
              </a:defRPr>
            </a:pPr>
            <a:r>
              <a:t># Qué hace: problema → X / y → split → entrenar → predecir.</a:t>
            </a:r>
            <a:br/>
            <a:r>
              <a:t># Para qué sirve: Sirve para mostrar la estructura mínima de un flujo supervisado sin saturar al estudiante con complejidad.</a:t>
            </a:r>
            <a:br/>
            <a:r>
              <a:t>import pandas as pd</a:t>
            </a:r>
            <a:br/>
            <a:r>
              <a:t>from sklearn.linear_model import LinearRegression</a:t>
            </a:r>
            <a:br/>
            <a:r>
              <a:t>from sklearn.model_selection import train_test_split</a:t>
            </a:r>
            <a:br/>
            <a:br/>
            <a:r>
              <a:t>df = pd.read_csv("datasets/estudiantes.csv")</a:t>
            </a:r>
            <a:br/>
            <a:r>
              <a:t>X = df[["asistencia_pct", "evaluacion_python", "edad"]]</a:t>
            </a:r>
            <a:br/>
            <a:r>
              <a:t>y = df["evaluacion_pandas"]</a:t>
            </a:r>
            <a:br/>
            <a:br/>
            <a:r>
              <a:t>X_train, X_test, y_train, y_test = train_test_split(</a:t>
            </a:r>
            <a:br/>
            <a:r>
              <a:t>    X, y, test_size=0.2, random_state=42</a:t>
            </a:r>
            <a:br/>
            <a:r>
              <a:t>)</a:t>
            </a:r>
            <a:br/>
            <a:br/>
            <a:r>
              <a:t>modelo = LinearRegression()</a:t>
            </a:r>
            <a:br/>
            <a:r>
              <a:t>modelo.fit(X_train, y_train)</a:t>
            </a:r>
            <a:br/>
            <a:r>
              <a:t>predicciones = modelo.predict(X_test)</a:t>
            </a:r>
            <a:br/>
            <a:r>
              <a:t>print(predicciones[:5])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🧪 Práctica guiada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Derivado del archivo ejercicios.md.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Trabajo guiado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Resume con tus palabras la pregunta principal del módulo.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Ejecuta o revisa el bloque principal y explica la salida.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Realiza una variación pequeña y anota qué cambió y por qué.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Autocorrección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El resultado responde a la pregunta planteada.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El código está ordenado y comentado en los puntos clave.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La salida se puede explicar con lenguaje simple.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📝 Tarea y evidencia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Construido desde homework.md y archivos complementarios.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Entregables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Código o desarrollo ordenado.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Conclusión breve conectada con evidencia.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Comentarios que expliquen qué hace y para qué sirve cada bloque importante.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Autoevaluación o apoyo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Entendí la pregunta del módulo.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Puedo explicar la salida sin leer el código completo.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Dejé comentarios útiles en los pasos clave.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