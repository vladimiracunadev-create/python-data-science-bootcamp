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151 — vLLM y TGI: serving de LLMs en producción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Kwon et al. (2023) vLLM + HuggingFace TGI docs.  Duración estimada: 80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Servir LLMs eficientemente en producción con **vLLM** (Berkeley) o **TGI** (HuggingFace). Cubrir: **PagedAttention**, **continuous batching**, **prefill/decode**, **quantization** (AWQ, GPTQ, FP8), **structured output** (JSON, function calling), **streaming**, **OpenAI-compatible API**.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Levantar vLLM serving: python -m vllm.entrypoints.openai.api_server --model X.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Kwon et al. (2023) vLLM + HuggingFace TGI docs.  Duración estimada: 80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Servir LLMs eficientemente en producción con vLLM (Berkeley) o TGI (HuggingFace). Cubrir: PagedAttention, continuous batching, prefill/decode, quantization (AWQ, GPTQ, FP8), structured output (JSON, function calling), streaming, OpenAI-compatible API.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Levantar vLLM serving: python -m vllm.entrypoints.openai.api_server --model X.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Hacer requests con OpenAI client apuntando a vLLM.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continuous batching y entender ganancia de throughput.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Servir modelos cuantizados (AWQ, GPTQ, FP8) para reducir VRAM.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Activar structured outputs con guided_json (JSON schema enforced).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KV cache: por qué crece con secuencia.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PagedAttention (vLLM): page table como OS → no fragmentación.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Continuous batching: nuevos requests entran sin esperar al batch.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Prefill (compute KV) vs decode (1 token/step).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Speculative decoding: predecir N tokens, verificar con modelo grande.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Quantization: FP8 (H100), AWQ/GPTQ (4-bit weight-only).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Simulamos continuous batching y PagedAttention con asyncio + colas. La API real de vLLM se muestra en markdown.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np, asyncio, time, random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collections import deque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random.seed(42); np.random.seed(42)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vLLM básico: python -m vllm.entrypoints.openai.api_server --model mistralai/Mistral-7B-Instruct-v0.2.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Continuous batching benchmark: 100 requests paralelos vs 1 a la vez.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AWQ quantization: cargar TheBloke/Mistral-7B-Instruct-v0.2-AWQ.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Structured JSON output: extra_body={'guided_json': {schema}} → forced JSON valid.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TGI: docker run --gpus all ghcr.io/huggingface/text-generation-inference:latest --model-id 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Levantar server vLLM.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50 prompts batch en paralelo desde cliente.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Medir throughput (tokens/sec total).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contra transformers.pipeline generate.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Activar guided_json para una tarea específica.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Kwon et al. (2023), Efficient Memory Management for LLM Serving with PagedAttention, SOSP.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vLLM docs.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TGI docs.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Outlines (structured output).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152 — RAG básico y embeddings (+ hybrid search, re-ranking, MCP)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