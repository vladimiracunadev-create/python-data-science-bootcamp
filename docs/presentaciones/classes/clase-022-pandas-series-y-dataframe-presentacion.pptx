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022 — Pandas: Series y DataFrame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3, §§ 3.1–3.2 Introducing Pandas Objects.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**qué es** una `Series` (ndarray + index) y un `DataFrame` (dict de Series alineadas por index), cómo se construyen desde 5 fuentes distintas, y por qué el **index** es el rasgo que distingue pandas de NumPy.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Series y DataFrames desde dict, lista de tuplas, arrays NumPy, CSV y desde otro DataFrame.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3, §§ 3.1–3.2 Introducing Pandas Objects. · Duración estimada: 90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qué es una Series (ndarray + index) y un DataFrame (dict de Series alineadas por index), cómo se construyen desde 5 fuentes distintas, y por qué el index es el rasgo que distingue pandas de NumPy.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Crear Series y DataFrames desde dict, lista de tuplas, arrays NumPy, CSV y desde otro DataFrame.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Inspeccionar un DataFrame con head, tail, info, describe, dtypes, shape.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Acceder a columnas como atributo (df.col) y como key (df['col']) — y saber cuándo cada uno falla.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Modificar el index con set_index, reset_index, rename.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Convertir Series ↔ DataFrame ↔ ndarray cuando sea necesario.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Series = ndarray + index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DataFrame = dict de Series alineadas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Construcción desde 5 fuentes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.loc vs .iloc vs []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 labels vs posición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info y describe como first-look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Series: Estructura 1D = ndarray + index labelled.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DataFrame: Estructura 2D = dict de Series que comparten el mismo index.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Index: Estructura que etiqueta cada fila (o columna).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Alineación automática: Cuando operas dos Series/DataFrames, pandas alinea por index, NO por posición.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dtype en pandas: Cada columna tiene su dtype.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print('pandas:', pd.__version__)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Series desde 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DataFrame desde dict de listas.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Lee Palmer Penguins.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 labeled.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Alineación automática.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carga Palmer Penguins y reporta info(), describe(), missing por col; (b) muestra los 3 métodos de acceso a una columna (df.col, df['col'], df.loc[:, 'col']); (c) cambia el index a species, vuelve a default con reset_index; (d) demuestra alineación automática sumando dos Series.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3 §§ 3.1, 3.2.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pandas user guide — DataFrame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Palmer Penguins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Polars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023 — Pandas: indexación (loc, iloc, at, iat)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