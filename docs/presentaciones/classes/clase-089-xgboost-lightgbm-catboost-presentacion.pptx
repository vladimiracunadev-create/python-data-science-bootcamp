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089 — XGBoost, LightGBM y CatBoost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docs XGBoost/LightGBM/CatBoost + Géron, cap. 7.  Duración estimada: 80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Conocer las tres librerías de **gradient boosting moderno** que dominan tabular ML —XGBoost, LightGBM y CatBoost—, entender sus diferencias algorítmicas (level-wise vs leaf-wise, manejo de categóricas, regularización) y saber elegir la adecuada según el problema, usando sus APIs sklearn-compatibles con `early_stopping_rounds`.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Instalar y usar xgboost, lightgbm y catboost con la API sklearn (fit/predict/predict_proba).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docs XGBoost/LightGBM/CatBoost + Géron, cap. 7.  Duración estimada: 80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Conocer las tres librerías de gradient boosting moderno que dominan tabular ML —XGBoost, LightGBM y CatBoost—, entender sus diferencias algorítmicas (level-wise vs leaf-wise, manejo de categóricas, regularización) y saber elegir la adecuada según el problema, usando sus APIs sklearn-compatibles con early_stopping_rounds.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Instalar y usar xgboost, lightgbm y catboost con la API sklearn (fit/predict/predict_proba).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Explicar la diferencia entre crecimiento level-wise (XGBoost por defecto) y leaf-wise (LightGBM) y sus implicancias en velocidad y overfitting.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Configurar early stopping con eval_set y early_stopping_rounds para evitar overfitting y ahorrar tiempo.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Manejar features categóricas: encoding manual para XGBoost, categorical_feature en LightGBM, cat_features nativo en CatBoost con ordered boosting.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Elegir la librería apropiada según tamaño de dataset, presencia de categóricas y necesidad de velocidad de entrenamiento o inferencia.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Level-wise (default)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Media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Rápida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(requiere encoding)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Bajo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max_depth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Primer bloque ejecutable del notebook.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time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xgboost as xgb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lightgbm as lgb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sklearn.datasets import make_classification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sklearn.model_selection import train_test_split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sklearn.ensemble import GradientBoostingClassifier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sklearn.metrics import accuracy_score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np.random.seed(42)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print('xgboost ', xgb.__version__)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print('lightgbm', lgb.__version__)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print('catboost: no instalado en este entorno (se describe, no se importa)')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X, y = make_classification(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n_samples=3000, n_features=20, n_informative=10, n_redundant=4,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weights=[0.6, 0.4], random_state=42)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X_train, X_tmp, y_train, y_tmp = train_test_split(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X, y, test_size=0.4, random_state=42, stratify=y)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... (truncado)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Instalación y smoke test: instalar las 3 librerías, importarlas e imprimir versiones.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XGBoost básico: entrenar XGBClassifier sobre adult (con OneHotEncoder para categóricas), usar eval_set y early_stopping_rounds=20, reportar accuracy en test y la mejor iteración.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LightGBM con leaf-wise: entrenar LGBMClassifier pasando categorical_feature con los índices de columnas categóricas (encoding ordinal previo).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CatBoost nativo: entrenar CatBoostClassifier pasando cat_features con los nombres de columnas — sin encoding manual.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Comparativa final: entrenar los 3 modelos sobre el mismo dataset con los mismos splits, reportar en una tabla: accuracy test, tiempo de fit, tiempo de predict y mejor iteración.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Los 3 modelos entrenan sin error sobre al menos un dataset con categóricas.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CatBoost se entrena sin OneHotEncoder previo (usa cat_features).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El CSV contiene las 3 filas con valores no nulos.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En el README del homework, una conclusión de 3 líneas justificando cuál elegirías.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XGBoost docs — &lt;https://xgboost.readthedocs.io/&gt;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LightGBM docs — &lt;https://lightgbm.readthedocs.io/&gt;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CatBoost docs — &lt;https://catboost.ai/docs/&gt;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Chen, T. &amp; Guestrin, C. (2016). XGBoost: A Scalable Tree Boosting System. KDD. &lt;https://arxiv.org/abs/1603.02754&gt;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Ke, G. et al. (2017). LightGBM: A Highly Efficient Gradient Boosting Decision Tree. NeurIPS.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Prokhorenkova, L. et al. (2018). CatBoost: unbiased boosting with categorical features. NeurIPS. &lt;https://arxiv.org/abs/1706.09516&gt;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090 — Stacking (stacked generalization)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