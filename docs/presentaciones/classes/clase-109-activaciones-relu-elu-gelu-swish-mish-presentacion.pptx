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109 — Activaciones: ReLU, ELU, GELU, Swish, Mish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Better Activation Functions.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familia de activaciones modernas — desde **ReLU** (Krizhevsky et al. 2012) hasta **GELU** (BERT, GPT) y **Swish/SiLU** (EfficientNet) — entendiendo qué problema resuelve cada una y por qué los Transformers modernos usan GELU y no ReLU. Saber elegir según arquitectura.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matemáticamente las 5 activaciones: ReLU, Leaky ReLU, ELU, GELU, Swish (SiLU), Mish.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Better Activation Functions.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familia de activaciones modernas — desde ReLU (Krizhevsky et al. 2012) hasta GELU (BERT, GPT) y Swish/SiLU (EfficientNet) — entendiendo qué problema resuelve cada una y por qué los Transformers modernos usan GELU y no ReLU. Saber elegir según arquitectura.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matemáticamente las 5 activaciones: ReLU, Leaky ReLU, ELU, GELU, Swish (SiLU), Mish.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dying ReLU y aplicar Leaky ReLU / ELU como mitigación.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GELU es la activación default en Transformers (BERT, GPT, ViT) y Swish/SiLU en EfficientNet, modelos modernos de visión.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cada activación en Keras: Dense(64, activation='relu' | 'gelu' | 'swish' | 'elu' | LeakyReLU()).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que el costo computacional de GELU/Swish es mayor (sigmoid/erf internos) pero el beneficio supera en arquitecturas profundas.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ReLU: max(0, x). Rápida, simple, default histórico. Dying ReLU.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Leaky ReLU: max(αx, x) con α≈0.01. Sin dying.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ELU (Clevert et al. 2015): x si x&gt;0, α(eˣ-1) si x&lt;0. Suave, sin dying, pero más cara.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GELU (Hendrycks &amp; Gimpel 2016): x · Φ(x) (Φ = CDF gaussiana). Suave, no monótona. Default en Transformers.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Swish / SiLU (Ramachandran et al. 2017): x · sigmoid(x). Encontrada por NAS. Casi idéntica a GELU.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Mish (Misra 2019): x · tanh(softplus(x)). Marginalmente mejor en algunos benchmarks.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Keras 3 expone todas: relu, elu, gelu, silu (= swish), mish, más LeakyReLU como capa.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tf.linspace(-3.0, 3.0, 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print("ReLU :", keras.activations.relu(x).numpy().round(3))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print("ELU  :", keras.activations.elu(x).numpy().round(3))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print("GELU :", keras.activations.gelu(x).numpy().round(3))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print("SiLU :", keras.activations.silu(x).numpy().round(3))   # = Swish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print("Mish :", keras.activations.mish(x).numpy().round(3))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leaky = layers.LeakyReLU(negative_slope=0.1)                  # Keras 3: negative_slope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print("Leaky:", leaky(x).numpy().round(3))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Plot de funciones: graficar las 6 activaciones en x ∈ [-3, 3].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empírica: entrenar MLP [256, 128, 64] con cada activación, mismo init He, mismo LR.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Dying ReLU: con LR alto (0.1), entrenar con ReLU.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Leaky ReLU al rescate: repetir con Leaky.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GELU vs ReLU en profundidad: armar un MLP de 12 capas.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4 modelos con: ReLU, Leaky ReLU(α=0.1), ELU, GELU.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val_accuracy y tiempo por época.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el mejor, inspeccionar % de neuronas "muertas" por capa.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Better Activation Functions.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Krizhevsky et al. (2012), AlexNet — ReLU al mainstream.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Clevert et al. (2015), ELU,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Hendrycks &amp; Gimpel (2016), Gaussian Error Linear Units (GELUs).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Ramachandran et al. (2017), Searching for Activation Functions, ICLR — Swish.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Misra (2019), Mish: A Self Regularized Non-Monotonic Activation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110 — Batch Normalization, Layer Normalization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