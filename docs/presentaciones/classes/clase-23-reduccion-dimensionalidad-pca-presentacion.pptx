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Reduccion Dimensionalidad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Comprender el problema de la "maldición de la dimensionalidad" y aprender a reducir datos de muchas variables a unas pocas componentes principales usando PCA. Al final de la clase el alumno podrá comprimir información de 4 o más columnas en 2 dimensiones y visualizarla en un scatter plot, entendiend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`datasets/estudiantes.csv` (4+ columnas numéricas)</a:t>
            </a:r>
          </a:p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Explicar qué es la dimensionalidad y por qué reducirla puede ser útil</a:t>
            </a:r>
          </a:p>
          <a:p>
            <a:r>
              <a:rPr sz="1600">
                <a:solidFill>
                  <a:srgbClr val="505050"/>
                </a:solidFill>
              </a:rPr>
              <a:t>• Aplicar PCA con sklearn para reducir un dataset de varias dimensiones a 2 componentes</a:t>
            </a:r>
          </a:p>
          <a:p>
            <a:r>
              <a:rPr sz="1600">
                <a:solidFill>
                  <a:srgbClr val="505050"/>
                </a:solidFill>
              </a:rPr>
              <a:t>• Interpretar el `explained_variance_ratio_` para saber cuánta información se conserva</a:t>
            </a:r>
          </a:p>
          <a:p>
            <a:r>
              <a:rPr sz="1600">
                <a:solidFill>
                  <a:srgbClr val="505050"/>
                </a:solidFill>
              </a:rPr>
              <a:t>• La maldición de la dimensionalidad: más columnas = más difícil aprender</a:t>
            </a:r>
          </a:p>
          <a:p>
            <a:r>
              <a:rPr sz="1600">
                <a:solidFill>
                  <a:srgbClr val="505050"/>
                </a:solidFill>
              </a:rPr>
              <a:t>• PCA: encontrar las direcciones de mayor varianza en los datos</a:t>
            </a:r>
          </a:p>
          <a:p>
            <a:r>
              <a:rPr sz="1600">
                <a:solidFill>
                  <a:srgbClr val="505050"/>
                </a:solidFill>
              </a:rPr>
              <a:t>• `PCA(n_components=2)`, `fit_transform`, `explained_variance_ratio_`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🎞️ Slides — Clase 23: Reducción de dimensionalidad —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1 — Título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Reducción de dimensionalidad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PCA: Principal Component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2 — El problema: demasiadas columnas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¿Qué pasa cuando tienes 50 columnas?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Con 2 variables puedes hacer un scatter plot y ver todo</a:t>
            </a:r>
          </a:p>
          <a:p>
            <a:r>
              <a:rPr sz="1500">
                <a:solidFill>
                  <a:srgbClr val="505050"/>
                </a:solidFill>
              </a:rPr>
              <a:t>• Con 3 variables quizás un gráfico 3D</a:t>
            </a:r>
          </a:p>
          <a:p>
            <a:r>
              <a:rPr sz="1500">
                <a:solidFill>
                  <a:srgbClr val="505050"/>
                </a:solidFill>
              </a:rPr>
              <a:t>• Con 50 variables... ¿cómo lo visualizas?</a:t>
            </a:r>
          </a:p>
          <a:p>
            <a:r>
              <a:rPr sz="1500">
                <a:solidFill>
                  <a:srgbClr val="505050"/>
                </a:solidFill>
              </a:rPr>
              <a:t>• **El problema:**</a:t>
            </a:r>
          </a:p>
          <a:p>
            <a:r>
              <a:rPr sz="1500">
                <a:solidFill>
                  <a:srgbClr val="505050"/>
                </a:solidFill>
              </a:rPr>
              <a:t>• Más columnas = más lento el aprendizaje</a:t>
            </a:r>
          </a:p>
          <a:p>
            <a:r>
              <a:rPr sz="1500">
                <a:solidFill>
                  <a:srgbClr val="505050"/>
                </a:solidFill>
              </a:rPr>
              <a:t>• Más columnas = más difícil encontrar patrones</a:t>
            </a:r>
          </a:p>
          <a:p>
            <a:r>
              <a:rPr sz="1500">
                <a:solidFill>
                  <a:srgbClr val="505050"/>
                </a:solidFill>
              </a:rPr>
              <a:t>• Muchas columnas están **correlacionadas** (dicen casi lo mismo)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3 — La maldición de la dimensionalidad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Por qué demasiadas dimensiones son un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En 1D: puedes cubrir el espacio con 10 puntos</a:t>
            </a:r>
          </a:p>
          <a:p>
            <a:r>
              <a:rPr sz="1500">
                <a:solidFill>
                  <a:srgbClr val="505050"/>
                </a:solidFill>
              </a:rPr>
              <a:t>• En 2D: necesitas 100 puntos (10²)</a:t>
            </a:r>
          </a:p>
          <a:p>
            <a:r>
              <a:rPr sz="1500">
                <a:solidFill>
                  <a:srgbClr val="505050"/>
                </a:solidFill>
              </a:rPr>
              <a:t>• En 10D: necesitas 10.000.000.000 puntos (10¹⁰)</a:t>
            </a:r>
          </a:p>
          <a:p>
            <a:r>
              <a:rPr sz="1500">
                <a:solidFill>
                  <a:srgbClr val="505050"/>
                </a:solidFill>
              </a:rPr>
              <a:t>• Los datos se vuelven **muy dispersos** en espacios de alta dimensión</a:t>
            </a:r>
          </a:p>
          <a:p>
            <a:r>
              <a:rPr sz="1500">
                <a:solidFill>
                  <a:srgbClr val="505050"/>
                </a:solidFill>
              </a:rPr>
              <a:t>• Los algoritmos de ML necesitan más datos para aprender bien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23 — Reduccion Dimensionalidad Pca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