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154 — Agentes: tool use, ReAct, multi-agent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Yao et al. (2023) ReAct + Schick et al. (2023) Toolformer + Anthropic agent patterns (2024).  Duración estimada: 95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Construir **agentes con LLMs**: el LLM **planifica**, **invoca tools** (funciones, MCP servers, APIs), **observa** los resultados y **decide el siguiente paso**. Cubrir el paradigma **ReAct** (Reasoning + Acting), tool use moderno (function calling structured), y patrones **multi-agent** (workflows, swarms, supervisores).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Definir tools con JSON schema; pasar a la API del LLM.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Yao et al. (2023) ReAct + Schick et al. (2023) Toolformer + Anthropic agent patterns (2024).  Duración estimada: 95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Construir agentes con LLMs: el LLM planifica, invoca tools (funciones, MCP servers, APIs), observa los resultados y decide el siguiente paso. Cubrir el paradigma ReAct (Reasoning + Acting), tool use moderno (function calling structured), y patrones multi-agent (workflows, swarms, supervisores).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Definir tools con JSON schema; pasar a la API del LLM.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loop ReAct manual: prompt → LLM → tool call → execute → observation → prompt.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LangGraph o AutoGen o CrewAI para orquestar multi-agent.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Diseñar patrones: workflow (lineal), router (decide ruta), evaluator-optimizer (loop con auto-crítica).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cuándo NO usar agentes (tareas determinísticas → workflow simple; agentes solo si hace falta razonamiento dinámico).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Tool use con OpenAI/Anthropic function calling.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ReAct prompt template.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Loops: while LLM produces tool_call, execute and feed observation.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LangGraph: state machines para agentes.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AutoGen / CrewAI: multi-agent frameworks.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Patrones (Anthropic 2024): prompt chaining, routing, parallelization, orchestrator-workers, evaluator-optimizer.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Token cost: agentes con loops pueden gastar mucho.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Implementamos un loop ReAct desde scratch (sin LLM real, usando un mock determinístico) y luego 2 agentes coordinados por un manager.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re, random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random.seed(42)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Tool básico: definir weather(city) y search(query) tools en Claude API.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ReAct loop manual: implementar el loop sin librería, en Python puro.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LangGraph: definir un grafo: router → tool → evaluator → end.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Multi-agent (CrewAI): 3 agents (researcher, writer, editor) para producir un blog post.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Evaluator-optimizer: agent que escribe + agent que critica + loop hasta approved=True.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Tools: web_search, fetch_url, extract_text, save_note.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Prompt: "investigá X y produce un resumen de 200 palabras citando fuentes".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Loop ReAct hasta produce el resumen.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# de iteraciones, # de tool calls, costo en tokens.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Yao et al. (2023), ReAct: Synergizing Reasoning and Acting, ICLR.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Schick et al. (2023), Toolformer, NeurIPS.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Anthropic (2024), Building Effective Agents — patterns guide.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LangGraph docs, CrewAI, AutoGen.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155 — LLM Evaluation: MMLU, MT-Bench, LLM-as-judge, evals propios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