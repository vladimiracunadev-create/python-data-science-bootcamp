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171 — Aceleración con GPU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2 — Deep Learning · Fuente: Géron, cap. 19 § Using GPUs to Speed Up Computations.  Duración estimada: 60 min. · Nivel: Avanzado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Configurar GPU para DL: drivers, CUDA, cuDNN, verificación. Conocer **mixed precision** (bfloat16/float16) que duplica throughput en GPUs modernas (Ampere/Hopper). Profilear con TensorBoard Profiler para identificar bottlenecks (data loading vs compute vs sync).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Verificar GPU: tf.config.list_physical_devices('GPU'), torch.cuda.is_available().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2 — Deep Learning · Fuente: Géron, cap. 19 § Using GPUs to Speed Up Computations.  Duración estimada: 60 min. · Nivel: Avanzado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Configurar GPU para DL: drivers, CUDA, cuDNN, verificación. Conocer mixed precision (bfloat16/float16) que duplica throughput en GPUs modernas (Ampere/Hopper). Profilear con TensorBoard Profiler para identificar bottlenecks (data loading vs compute vs sync).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Verificar GPU: tf.config.list_physical_devices('GPU'), torch.cuda.is_available().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Activar mixed precision: keras.mixed_precision.set_global_policy('mixed_float16') (Volta+) o 'mixed_bfloat16' (Ampere+).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Limitar memoria GPU: set_memory_growth(True) para no consumir toda al inicio.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Multi-GPU básico con tf.distribute.MirroredStrategy (clase 144 profundiza).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Profilear con TensorBoard Profiler.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CUDA toolkit + cuDNN versions matching.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nvidia-smi para monitor.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Mixed precision: float16 (Volta+, 16 GB max) vs bfloat16 (Ampere+, mismo exponente que float32, más estable).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Memory growth vs allocated all.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Profiling con TensorBoard.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GPUs típicos en 2026: H100, H200 (server); RTX 5090 (consumer).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Ver README de la clase.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try: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import tensorflow as tf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TF_OK = True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print("tensorflow", tf.__version__)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except Exception: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TF_OK = False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print("tensorflow no instalado -&gt; se muestra la API (no se ejecuta)")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if TF_OK: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gpus = tf.config.list_physical_devices("GPU")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print("GPUs fisicas:", gpus)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print("GPUs logicas:", tf.config.list_logical_devices("GPU"))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if not gpus: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  print("(sin GPU: TF corre en CPU; el codigo de abajo es la configuracion correcta)")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else: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print("tf.config.list_physical_devices('GPU')  /  torch.cuda.is_available()")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GPU check: imprimir tf.config.list_physical_devices('GPU'), tf.config.list_logical_devices('GPU'), nvidia-smi.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Memory growth: tf.config.experimental.set_memory_growth(gpu, True) para evitar reservar 100 % al inicio.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Mixed precision: keras.mixed_precision.set_global_policy('mixed_float16').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Profile: keras.callbacks.TensorBoard(log_dir=..., profile_batch=(5, 10)).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Bottleneck: si la GPU está al 30 %, el bottleneck es data loading.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Baseline con default config.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Activar mixed precision + memory_growth.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Profile y identificar bottleneck.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fix (más prefetch, batch más grande, etc.).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Reportar speedup wall-clock.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Géron, cap. 19 — Using GPUs to Speed Up Computations.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TF GPU guide.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Mixed precision guide.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NVIDIA H100 / Hopper architecture whitepaper.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Clase 172 — Entrenamiento multi-dispositivo, tf.distribute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