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Clase 02: Pandas y limpieza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datasets/ventas_tienda.csv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38528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700">
                <a:solidFill>
                  <a:srgbClr val="F1F5F9"/>
                </a:solidFill>
                <a:latin typeface="Segoe UI Semibold"/>
              </a:defRPr>
            </a:pPr>
            <a:r>
              <a:t>Usar pandas para cargar, inspeccionar y limpiar tablas antes de analizarlas.</a:t>
            </a:r>
          </a:p>
          <a:p>
            <a:pPr>
              <a:defRPr sz="1800">
                <a:solidFill>
                  <a:srgbClr val="94A3B8"/>
                </a:solidFill>
                <a:latin typeface="Segoe UI"/>
              </a:defRPr>
            </a:pPr>
            <a:r>
              <a:t>No se analiza una tabla seria sin inspeccionarla y documentar primero sus problemas.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🎯 Foco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Resumen tomado desde README.md.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Resultados esperados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Cargar un CSV y revisar su estructura.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Detectar problemas simples de calidad.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Aplicar limpiezas justificadas y documentadas.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Temas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DataFrame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Inspección inicial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Nulos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Estandarización básica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🖥️ Ruta sugerida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Resumen tomado desde slides.md.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Inicio: 10 min | Activar contexto y objetivo | Evidencia: Pregunta inicial visible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1: 20 min | Demostración guiada | Evidencia: Primer bloque entendido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2: 25 min | Lectura de código y explicación | Evidencia: Salida interpretada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Práctica: 25 min | Ejercicio o quiz del módulo | Evidencia: Entregable corto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Cierre: 10 min | Síntesis y siguiente paso | Evidencia: Autoevaluación breve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📌 Puntos que deben quedar claros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Contenido derivado del guion de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DataFrame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Inspección inicial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Nulos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Estandarización básica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 esperado: La clase 03 usa tablas más confiables para explorar patrones visuales.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🧠 Base conceptual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Síntesis tomada desde teoria.md.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No se analiza una tabla seria sin inspeccionarla y documentar primero sus problemas.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Pandas es la puerta de entrada al trabajo real con datos tabulares y a la toma de decisiones sobre calidad.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La clase 03 usa tablas más confiables para explorar patrones visuales.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💻 Carga e inspección de un 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El primer paso no es graficar: es entender qué columnas existen, cómo vienen escritas y si podemos confiar en ellas. Qué hace: cargar → inspeccionar → limpiar → verificar Para qué sirve: Sirve para instalar una rutina mínima de calidad antes de cualquier análisis o visualización.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297680"/>
          </a:xfrm>
          <a:prstGeom prst="roundRect">
            <a:avLst/>
          </a:prstGeom>
          <a:solidFill>
            <a:srgbClr val="02061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102412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>
                <a:solidFill>
                  <a:srgbClr val="F1F5F9"/>
                </a:solidFill>
                <a:latin typeface="Courier New"/>
              </a:defRPr>
            </a:pPr>
            <a:r>
              <a:t># Qué hace: cargar → inspeccionar → limpiar → verificar.</a:t>
            </a:r>
            <a:br/>
            <a:r>
              <a:t># Para qué sirve: Sirve para instalar una rutina mínima de calidad antes de cualquier análisis o visualización.</a:t>
            </a:r>
            <a:br/>
            <a:r>
              <a:t>import pandas as pd</a:t>
            </a:r>
            <a:br/>
            <a:br/>
            <a:r>
              <a:t>df = pd.read_csv("datasets/ventas_tienda.csv")</a:t>
            </a:r>
            <a:br/>
            <a:br/>
            <a:r>
              <a:t># Revisamos primeras filas, tipos y valores faltantes antes de seguir.</a:t>
            </a:r>
            <a:br/>
            <a:r>
              <a:t>print(df.head())</a:t>
            </a:r>
            <a:br/>
            <a:r>
              <a:t>print(df.info())</a:t>
            </a:r>
            <a:br/>
            <a:r>
              <a:t>print(df.isna().sum())</a:t>
            </a:r>
            <a:br/>
            <a:br/>
            <a:r>
              <a:t># Ejemplo simple de limpieza visible.</a:t>
            </a:r>
            <a:br/>
            <a:r>
              <a:t>df["medio_pago"] = df["medio_pago"].str.strip()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🧪 Práctica guiada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Derivado del archivo ejercicios.md.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Trabajo guiado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Resume con tus palabras la pregunta principal del módulo.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Ejecuta o revisa el bloque principal y explica la salida.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Realiza una variación pequeña y anota qué cambió y por qué.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Autocorrección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El resultado responde a la pregunta planteada.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El código está ordenado y comentado en los puntos clave.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La salida se puede explicar con lenguaje simple.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📝 Tarea y evidencia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Construido desde homework.md y archivos complementarios.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Entregables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Código o desarrollo ordenado.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Conclusión breve conectada con evidencia.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Comentarios que expliquen qué hace y para qué sirve cada bloque importante.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Autoevaluación o apoyo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Entendí la pregunta del módulo.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Puedo explicar la salida sin leer el código completo.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Dejé comentarios útiles en los pasos clave.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