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02: Pandas y limpieza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datasets/ventas_tienda.csv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Usar pandas para cargar, inspeccionar y limpiar tablas antes de analizarlas.</a:t>
            </a:r>
          </a:p>
          <a:p>
            <a:pPr>
              <a:defRPr sz="1600" b="0">
                <a:solidFill>
                  <a:srgbClr val="475569"/>
                </a:solidFill>
                <a:latin typeface="Segoe UI"/>
              </a:defRPr>
            </a:pPr>
            <a:r>
              <a:rPr sz="1600" b="0">
                <a:solidFill>
                  <a:srgbClr val="475569"/>
                </a:solidFill>
                <a:latin typeface="Segoe UI"/>
              </a:rPr>
              <a:t>No se analiza una tabla seria sin inspeccionarla y documentar primero sus problemas.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Cargar un CSV y revisar su estructura.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Detectar problemas simples de calidad.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limpiezas justificadas y documentadas.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DataFrame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Inspección inicial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Nulos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Estandarización básica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slides.md.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1: 20 min | Demostración guiada | Evidencia: Primer bloque entendido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Práctica: 25 min | Ejercicio o quiz del módulo | Evidencia: Entregable corto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Contenido derivado del guion de diapositivas.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DataFrame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Inspección inicial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Nulos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Estandarización básica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esperado: La clase 03 usa tablas más confiables para explorar patrones visuales.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Síntesis tomada desde teoria.md.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No se analiza una tabla seria sin inspeccionarla y documentar primero sus problemas.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es la puerta de entrada al trabajo real con datos tabulares y a la toma de decisiones sobre calidad.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clase 03 usa tablas más confiables para explorar patrones visuales.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Carga e inspección de un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El primer paso no es graficar: es entender qué columnas existen, cómo vienen escritas y si podemos confiar en ellas. Qué hace: cargar → inspeccionar → limpiar → verificar Para qué sirve: Sirve para instalar una rutina mínima de calidad antes de cualquier análisis o visualización.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Qué hace: cargar → inspeccionar → limpiar → verificar.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# Para qué sirve: Sirve para instalar una rutina mínima de calidad antes de cualquier análisis o visualización.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df = pd.read_csv("datasets/ventas_tienda.csv")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# Revisamos primeras filas, tipos y valores faltantes antes de seguir.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print(df.head())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print(df.info())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print(df.isna().sum())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# Ejemplo simple de limpieza visible.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df["medio_pago"] = df["medio_pago"].str.strip()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 con tus palabras la pregunta principal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 o revisa el bloque principal y explica la salida.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resultado responde a la pregunta planteada.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código está ordenado y comentado en los puntos clave.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Código o desarrollo ordenado.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breve conectada con evidencia.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Entendí la pregunta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Puedo explicar la salida sin leer el código completo.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