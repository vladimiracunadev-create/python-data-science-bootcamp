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🧹 Clase 02: Pandas y limpieza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90 minutos | Nivel Básico | Dataset: datasets/ventas_tienda.csv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800">
                <a:solidFill>
                  <a:srgbClr val="F1F5F9"/>
                </a:solidFill>
                <a:latin typeface="Segoe UI Semibold"/>
              </a:defRPr>
            </a:pPr>
            <a:r>
              <a:t>Usar pandas para cargar, inspeccionar y limpiar tablas antes de analizarlas.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No se analiza una tabla seria sin inspeccionarla y documentar primero sus problemas.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🎯 Logros y focos del módulo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DataFrame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Inspección inicial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Nulos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Estandarización básica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Cargar un CSV y revisar su estructura.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Detectar problemas simples de calidad.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Aplicar limpiezas justificadas y documentadas.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🧭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❓ Sentido pedagógico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Por qué importa: Pandas es la puerta de entrada al trabajo real con datos tabulares y a la toma de decisiones sobre calidad.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Qué hace: cargar → inspeccionar → limpiar → verificar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Para qué sirve: Sirve para instalar una rutina mínima de calidad antes de cualquier análisis o visualización.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Nota docente: Haz explícita la diferencia entre limpiar por costumbre y limpiar con criterio.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💻 Carga e inspección de un 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 primer paso no es graficar: es entender qué columnas existen, cómo vienen escritas y si podemos confiar en ellas.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0624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2412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cargar → inspeccionar → limpiar → verificar.</a:t>
            </a:r>
            <a:br/>
            <a:r>
              <a:t># Para qué sirve: Sirve para instalar una rutina mínima de calidad antes de cualquier análisis o visualización.</a:t>
            </a:r>
            <a:br/>
            <a:r>
              <a:t>import pandas as pd</a:t>
            </a:r>
            <a:br/>
            <a:br/>
            <a:r>
              <a:t>df = pd.read_csv("datasets/ventas_tienda.csv")</a:t>
            </a:r>
            <a:br/>
            <a:br/>
            <a:r>
              <a:t># Revisamos primeras filas, tipos y valores faltantes antes de seguir.</a:t>
            </a:r>
            <a:br/>
            <a:r>
              <a:t>print(df.head())</a:t>
            </a:r>
            <a:br/>
            <a:r>
              <a:t>print(df.info())</a:t>
            </a:r>
            <a:br/>
            <a:r>
              <a:t>print(df.isna().sum())</a:t>
            </a:r>
            <a:br/>
            <a:br/>
            <a:r>
              <a:t># Ejemplo simple de limpieza visible.</a:t>
            </a:r>
            <a:br/>
            <a:r>
              <a:t>df["medio_pago"] = df["medio_pago"].str.strip()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🧪 Práctica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Pedir explicación de la pregunta antes de ejecutar.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Leer la salida y justificar cada decisión importante.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Cerrar con una variación pequeña o conclusión breve.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03 usa tablas más confiables para explorar patrones visuales.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📚 Materiales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Archivos que conviene mostrar o entregar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README.md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slides.md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teoria.md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ejercicios.md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homework.md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notebook.ipynb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soluciones.ipynb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