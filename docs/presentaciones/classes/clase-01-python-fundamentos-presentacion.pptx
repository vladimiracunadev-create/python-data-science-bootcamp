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01: Fundamentos de Python aplicados a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datasets/ventas_tienda.csv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Comprender los elementos básicos de Python y aplicarlos a ejemplos pequeños relacionados con datos.</a:t>
            </a:r>
          </a:p>
          <a:p>
            <a:pPr>
              <a:defRPr sz="1600" b="0">
                <a:solidFill>
                  <a:srgbClr val="475569"/>
                </a:solidFill>
                <a:latin typeface="Segoe UI"/>
              </a:defRPr>
            </a:pPr>
            <a:r>
              <a:rPr sz="1600" b="0">
                <a:solidFill>
                  <a:srgbClr val="475569"/>
                </a:solidFill>
                <a:latin typeface="Segoe UI"/>
              </a:rPr>
              <a:t>Python se presenta como herramienta para ordenar y transformar información, no como teoría abstracta.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variables claras y expresivas.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Usar listas y diccionarios para representar información.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Escribir funciones simples con propósito evidente.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Variables y tipos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Listas y diccionarios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Funciones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Control de flujo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Resumen tomado desde slides.md.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Desarrollo 1: 20 min | Demostración guiada | Evidencia: Primer bloque entendido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Práctica: 25 min | Ejercicio o quiz del módulo | Evidencia: Entregable corto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Contenido derivado del guion de diapositivas.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Variables y tipos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Listas y diccionarios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Control de flujo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Cierre esperado: La clase 02 traslada estas bases a tablas con pandas.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Síntesis tomada desde teoria.md.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Python se presenta como herramienta para ordenar y transformar información, no como teoría abstracta.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Es la base para que el estudiante pueda leer, modificar y comentar código con confianza.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La clase 02 traslada estas bases a tablas con pandas.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Función para calcular ingreso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Encapsular una operación en una función evita repetir lógica y facilita explicar cada paso. Qué hace: entrada → calcular → devolver → reutilizar Para qué sirve: Sirve para introducir reutilización, parámetros y retorno usando un ejemplo cercano al análisis de ventas.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Qué hace: entrada → calcular → devolver → reutilizar.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# Para qué sirve: Sirve para introducir reutilización, parámetros y retorno usando un ejemplo cercano al análisis de ventas.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def calcular_total_bruto(unidades, precio_unitario):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    # Multiplicamos cantidad por precio para estimar el ingreso bruto.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    return unidades * precio_unitario</a:t>
            </a:r>
            <a:br/>
            <a:br/>
            <a:br/>
            <a:r>
              <a:rPr sz="1200" b="0">
                <a:solidFill>
                  <a:srgbClr val="F8FAFC"/>
                </a:solidFill>
                <a:latin typeface="Courier New"/>
              </a:rPr>
              <a:t>ventas = [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    {"producto": "Mouse", "unidades": 3, "precio_unitario": 8990},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    {"producto": "Teclado", "unidades": 2, "precio_unitario": 15990},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]</a:t>
            </a:r>
            <a:br/>
            <a:br/>
            <a:r>
              <a:rPr sz="1200" b="0">
                <a:solidFill>
                  <a:srgbClr val="F8FAFC"/>
                </a:solidFill>
                <a:latin typeface="Courier New"/>
              </a:rPr>
              <a:t>totales = [calcular_total_bruto(v["unidades"], v["precio_unitario"]) for v in ventas]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print(totales)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Resume con tus palabras la pregunta principal del módulo.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Ejecuta o revisa el bloque principal y explica la salida.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 resultado responde a la pregunta planteada.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 código está ordenado y comentado en los puntos clave.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Código o desarrollo ordenado.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Conclusión breve conectada con evidencia.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Entendí la pregunta del módulo.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Puedo explicar la salida sin leer el código completo.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