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Clase 01: Fundamentos de Python aplicados a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datasets/ventas_tienda.csv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700">
                <a:solidFill>
                  <a:srgbClr val="F1F5F9"/>
                </a:solidFill>
                <a:latin typeface="Segoe UI Semibold"/>
              </a:defRPr>
            </a:pPr>
            <a:r>
              <a:t>Comprender los elementos básicos de Python y aplicarlos a ejemplos pequeños relacionados con datos.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Python se presenta como herramienta para ordenar y transformar información, no como teoría abstracta.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🎯 Foco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README.md.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Crear variables claras y expresivas.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Usar listas y diccionarios para representar información.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Escribir funciones simples con propósito evidente.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Variables y tipos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Listas y diccionarios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Funciones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Control de flujo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🖥️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slides.md.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📌 Puntos que deben quedar claros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Contenido derivado del guion de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Variables y tipos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Listas y diccionarios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Funciones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Control de flujo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 esperado: La clase 02 traslada estas bases a tablas con pandas.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🧠 Base conceptual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Síntesis tomada desde teoria.md.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Python se presenta como herramienta para ordenar y transformar información, no como teoría abstracta.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Es la base para que el estudiante pueda leer, modificar y comentar código con confianza.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02 traslada estas bases a tablas con pandas.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💻 Función para calcular ingreso bruto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Encapsular una operación en una función evita repetir lógica y facilita explicar cada paso. Qué hace: entrada → calcular → devolver → reutilizar Para qué sirve: Sirve para introducir reutilización, parámetros y retorno usando un ejemplo cercano al análisis de ventas.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9768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10241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entrada → calcular → devolver → reutilizar.</a:t>
            </a:r>
            <a:br/>
            <a:r>
              <a:t># Para qué sirve: Sirve para introducir reutilización, parámetros y retorno usando un ejemplo cercano al análisis de ventas.</a:t>
            </a:r>
            <a:br/>
            <a:r>
              <a:t>def calcular_total_bruto(unidades, precio_unitario):</a:t>
            </a:r>
            <a:br/>
            <a:r>
              <a:t>    # Multiplicamos cantidad por precio para estimar el ingreso bruto.</a:t>
            </a:r>
            <a:br/>
            <a:r>
              <a:t>    return unidades * precio_unitario</a:t>
            </a:r>
            <a:br/>
            <a:br/>
            <a:br/>
            <a:r>
              <a:t>ventas = [</a:t>
            </a:r>
            <a:br/>
            <a:r>
              <a:t>    {"producto": "Mouse", "unidades": 3, "precio_unitario": 8990},</a:t>
            </a:r>
            <a:br/>
            <a:r>
              <a:t>    {"producto": "Teclado", "unidades": 2, "precio_unitario": 15990},</a:t>
            </a:r>
            <a:br/>
            <a:r>
              <a:t>]</a:t>
            </a:r>
            <a:br/>
            <a:br/>
            <a:r>
              <a:t>totales = [calcular_total_bruto(v["unidades"], v["precio_unitario"]) for v in ventas]</a:t>
            </a:r>
            <a:br/>
            <a:r>
              <a:t>print(totales)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🧪 Práctica guiada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Derivado del archivo ejercicios.md.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Trabajo guiado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Resume con tus palabras la pregunta principal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Ejecuta o revisa el bloque principal y explica la salida.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Realiza una variación pequeña y anota qué cambió y por qué.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Autocorrección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resultado responde a la pregunta planteada.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código está ordenado y comentado en los puntos clave.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La salida se puede explicar con lenguaje simple.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📝 Tarea y evidencia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Construido desde homework.md y archivos complementarios.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Entregables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Código o desarrollo ordenado.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Conclusión breve conectada con evidencia.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Comentarios que expliquen qué hace y para qué sirve cada bloque importante.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Autoevaluación o apoyo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Entendí la pregunta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Puedo explicar la salida sin leer el código completo.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Dejé comentarios útiles en los pasos clave.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