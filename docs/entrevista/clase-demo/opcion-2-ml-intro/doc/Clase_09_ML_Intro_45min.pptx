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Abre con una pregunta: '¿Cómo Netflix predice qué serie te gustará?' → Machine Learning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Ejemplo Supervised: email spam/no spam. Unsupervised: agrupar clientes similares.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flujo se repite. No es lineal — iteras constantemente.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Regresión lineal es simple pero poderosa. Score = R2 (qué % de varianza explica).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gap (diferencia) es clave. Un gap pequeño = buen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Clase 10 entra en profundidad. Aquí solo mencionas los nombres.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Accuracy = % correcto. Es la métrica más simple (pero no siempre la mejor).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Motivación para Clase 10. Hoy vieron el panorama, mañana los detalles.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D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Machine Learning Intro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6B35"/>
                </a:solidFill>
              </a:defRPr>
            </a:pPr>
            <a:r>
              <a:t>Clase 9 — Las máquinas aprenden de los datos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D3E"/>
          </a:solidFill>
          <a:ln>
            <a:solidFill>
              <a:srgbClr val="0F3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¿Qué es Machine Learning?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Definición: Permitir que máquinas aprendan de datos sin ser programadas explícitamente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3 tipos: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• Supervised: datos + respuestas correctas → predice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• Unsupervised: solo datos → encuentra patrones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• Reinforcement: rewards → aprende a actuar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D3E"/>
          </a:solidFill>
          <a:ln>
            <a:solidFill>
              <a:srgbClr val="0F3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Flujo típico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1. OBTENER datos (dataset)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2. EXPLORAR (¿qué hay en los datos?)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3. LIMPIAR (valores nulos, outliers)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4. PREPARAR (normalizar, seleccionar features)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5. ENTRENAR modelo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6. EVALUAR (¿qué tan bien funciona?)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7. DESPLEGAR (en producción)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D3E"/>
          </a:solidFill>
          <a:ln>
            <a:solidFill>
              <a:srgbClr val="0F3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Primer modelo: regresión lineal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from sklearn.linear_model import LinearRegression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from sklearn.model_selection import train_test_split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# Datos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X_train, X_test, y_train, y_test = train_test_split(X, y, test_size=0.2)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# Modelo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modelo = LinearRegression()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modelo.fit(X_train, y_train)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# Predicción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y_pred = modelo.predict(X_test)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score = modelo.score(X_test, y_test)  # 0.0 a 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D3E"/>
          </a:solidFill>
          <a:ln>
            <a:solidFill>
              <a:srgbClr val="0F3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Overfitting vs Underfitting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UNDERFITTING: Modelo muy simple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  train score: 60%, test score: 58%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  → Ambos bajos (no aprendió nada)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OVERFITTING: Modelo muy complejo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  train score: 95%, test score: 65%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  → Memorizó training, no generaliza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BALANCEADO: El objetivo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  train score: 88%, test score: 85%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D3E"/>
          </a:solidFill>
          <a:ln>
            <a:solidFill>
              <a:srgbClr val="0F3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Algoritmos comunes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Regresión: LinearRegression, Polynomial, Ridge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Clasificación: LogisticRegression, DecisionTree, RandomForest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Clustering: KMeans, DBSCAN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No hay algoritmo 'mejor'. Depende del problema.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D3E"/>
          </a:solidFill>
          <a:ln>
            <a:solidFill>
              <a:srgbClr val="0F3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Evaluación: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from sklearn.metrics import accuracy_score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y_pred = modelo.predict(X_test)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accuracy = accuracy_score(y_test, y_pred)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print(f'Accuracy: {accuracy:.2%}')  # 85.23%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# Otros scores: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200">
                <a:solidFill>
                  <a:srgbClr val="212121"/>
                </a:solidFill>
                <a:latin typeface="Courier New"/>
              </a:defRPr>
            </a:pPr>
            <a:r>
              <a:t>modelo.score(X_test, y_test)  # Lo mismo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D3E"/>
          </a:solidFill>
          <a:ln>
            <a:solidFill>
              <a:srgbClr val="0F3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Resumen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✓ ML: máquinas aprenden de datos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✓ 3 tipos: Supervised, Unsupervised, Reinforcement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✓ Flujo: obtener → explorar → limpiar → preparar → entrenar → evaluar → desplegar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✓ Overfitting es el enemigo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212121"/>
                </a:solidFill>
              </a:defRPr>
            </a:pPr>
            <a:r>
              <a:t>✓ Próxima clase: algoritmos supervisados en profundidad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